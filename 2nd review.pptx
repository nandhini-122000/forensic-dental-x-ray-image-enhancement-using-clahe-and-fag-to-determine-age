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F5A4EFA-769C-4BE0-A537-5A9F91DBB8BB}">
          <p14:sldIdLst>
            <p14:sldId id="256"/>
            <p14:sldId id="257"/>
            <p14:sldId id="258"/>
            <p14:sldId id="259"/>
            <p14:sldId id="260"/>
            <p14:sldId id="261"/>
            <p14:sldId id="262"/>
            <p14:sldId id="263"/>
            <p14:sldId id="264"/>
            <p14:sldId id="265"/>
            <p14:sldId id="266"/>
            <p14:sldId id="267"/>
          </p14:sldIdLst>
        </p14:section>
        <p14:section name="Untitled Section" id="{7A973A7F-AF41-4D0D-8318-D6EE6BFEA3B7}">
          <p14:sldIdLst>
            <p14:sldId id="268"/>
            <p14:sldId id="269"/>
            <p14:sldId id="270"/>
            <p14:sldId id="271"/>
            <p14:sldId id="272"/>
            <p14:sldId id="273"/>
            <p14:sldId id="274"/>
            <p14:sldId id="275"/>
            <p14:sldId id="27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7" d="100"/>
          <a:sy n="57" d="100"/>
        </p:scale>
        <p:origin x="10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hini subramanian" userId="a868fa6818523852" providerId="LiveId" clId="{C7B55BB6-6363-4362-995E-1EB1DD895322}"/>
    <pc:docChg chg="undo custSel addSld modSld addSection modSection">
      <pc:chgData name="nandhini subramanian" userId="a868fa6818523852" providerId="LiveId" clId="{C7B55BB6-6363-4362-995E-1EB1DD895322}" dt="2022-05-21T12:26:06.856" v="466" actId="14100"/>
      <pc:docMkLst>
        <pc:docMk/>
      </pc:docMkLst>
      <pc:sldChg chg="addSp delSp modSp new mod">
        <pc:chgData name="nandhini subramanian" userId="a868fa6818523852" providerId="LiveId" clId="{C7B55BB6-6363-4362-995E-1EB1DD895322}" dt="2022-05-21T11:37:13.896" v="65" actId="1076"/>
        <pc:sldMkLst>
          <pc:docMk/>
          <pc:sldMk cId="314123730" sldId="257"/>
        </pc:sldMkLst>
        <pc:spChg chg="mod">
          <ac:chgData name="nandhini subramanian" userId="a868fa6818523852" providerId="LiveId" clId="{C7B55BB6-6363-4362-995E-1EB1DD895322}" dt="2022-05-21T11:37:13.896" v="65" actId="1076"/>
          <ac:spMkLst>
            <pc:docMk/>
            <pc:sldMk cId="314123730" sldId="257"/>
            <ac:spMk id="2" creationId="{3221B981-B21B-DD37-AFA8-DD706C3AE432}"/>
          </ac:spMkLst>
        </pc:spChg>
        <pc:spChg chg="del">
          <ac:chgData name="nandhini subramanian" userId="a868fa6818523852" providerId="LiveId" clId="{C7B55BB6-6363-4362-995E-1EB1DD895322}" dt="2022-05-21T11:34:55.009" v="22"/>
          <ac:spMkLst>
            <pc:docMk/>
            <pc:sldMk cId="314123730" sldId="257"/>
            <ac:spMk id="3" creationId="{87DB3C6B-957B-0C58-CCEC-52D3A4ECC80E}"/>
          </ac:spMkLst>
        </pc:spChg>
        <pc:spChg chg="add del mod">
          <ac:chgData name="nandhini subramanian" userId="a868fa6818523852" providerId="LiveId" clId="{C7B55BB6-6363-4362-995E-1EB1DD895322}" dt="2022-05-21T11:35:49.492" v="32" actId="478"/>
          <ac:spMkLst>
            <pc:docMk/>
            <pc:sldMk cId="314123730" sldId="257"/>
            <ac:spMk id="4" creationId="{9E27DCB1-3910-F3B5-28D4-9E5D59FFFDF2}"/>
          </ac:spMkLst>
        </pc:spChg>
        <pc:picChg chg="add del mod">
          <ac:chgData name="nandhini subramanian" userId="a868fa6818523852" providerId="LiveId" clId="{C7B55BB6-6363-4362-995E-1EB1DD895322}" dt="2022-05-21T11:35:14.266" v="25" actId="21"/>
          <ac:picMkLst>
            <pc:docMk/>
            <pc:sldMk cId="314123730" sldId="257"/>
            <ac:picMk id="1026" creationId="{09417D21-F61C-94FB-A38A-FD49F929C9AA}"/>
          </ac:picMkLst>
        </pc:picChg>
      </pc:sldChg>
      <pc:sldChg chg="addSp delSp modSp new mod">
        <pc:chgData name="nandhini subramanian" userId="a868fa6818523852" providerId="LiveId" clId="{C7B55BB6-6363-4362-995E-1EB1DD895322}" dt="2022-05-21T11:35:39.599" v="30" actId="478"/>
        <pc:sldMkLst>
          <pc:docMk/>
          <pc:sldMk cId="3706854055" sldId="258"/>
        </pc:sldMkLst>
        <pc:spChg chg="del">
          <ac:chgData name="nandhini subramanian" userId="a868fa6818523852" providerId="LiveId" clId="{C7B55BB6-6363-4362-995E-1EB1DD895322}" dt="2022-05-21T11:35:39.599" v="30" actId="478"/>
          <ac:spMkLst>
            <pc:docMk/>
            <pc:sldMk cId="3706854055" sldId="258"/>
            <ac:spMk id="2" creationId="{0911BCDE-51B7-42A9-0069-C58B7EC1C52C}"/>
          </ac:spMkLst>
        </pc:spChg>
        <pc:spChg chg="del">
          <ac:chgData name="nandhini subramanian" userId="a868fa6818523852" providerId="LiveId" clId="{C7B55BB6-6363-4362-995E-1EB1DD895322}" dt="2022-05-21T11:35:23.579" v="26"/>
          <ac:spMkLst>
            <pc:docMk/>
            <pc:sldMk cId="3706854055" sldId="258"/>
            <ac:spMk id="3" creationId="{45ABBBE1-19DD-D6FF-BDB7-0296D393DADB}"/>
          </ac:spMkLst>
        </pc:spChg>
        <pc:picChg chg="add mod">
          <ac:chgData name="nandhini subramanian" userId="a868fa6818523852" providerId="LiveId" clId="{C7B55BB6-6363-4362-995E-1EB1DD895322}" dt="2022-05-21T11:35:37.001" v="29" actId="14100"/>
          <ac:picMkLst>
            <pc:docMk/>
            <pc:sldMk cId="3706854055" sldId="258"/>
            <ac:picMk id="4" creationId="{996390F0-3654-9AE7-848A-B7B6487830BF}"/>
          </ac:picMkLst>
        </pc:picChg>
      </pc:sldChg>
      <pc:sldChg chg="delSp modSp new mod">
        <pc:chgData name="nandhini subramanian" userId="a868fa6818523852" providerId="LiveId" clId="{C7B55BB6-6363-4362-995E-1EB1DD895322}" dt="2022-05-21T11:37:59.306" v="72" actId="1076"/>
        <pc:sldMkLst>
          <pc:docMk/>
          <pc:sldMk cId="3474203391" sldId="259"/>
        </pc:sldMkLst>
        <pc:spChg chg="mod">
          <ac:chgData name="nandhini subramanian" userId="a868fa6818523852" providerId="LiveId" clId="{C7B55BB6-6363-4362-995E-1EB1DD895322}" dt="2022-05-21T11:37:59.306" v="72" actId="1076"/>
          <ac:spMkLst>
            <pc:docMk/>
            <pc:sldMk cId="3474203391" sldId="259"/>
            <ac:spMk id="2" creationId="{6DE087DA-4DC0-66E9-EA30-855E09878336}"/>
          </ac:spMkLst>
        </pc:spChg>
        <pc:spChg chg="del mod">
          <ac:chgData name="nandhini subramanian" userId="a868fa6818523852" providerId="LiveId" clId="{C7B55BB6-6363-4362-995E-1EB1DD895322}" dt="2022-05-21T11:37:26.255" v="67" actId="478"/>
          <ac:spMkLst>
            <pc:docMk/>
            <pc:sldMk cId="3474203391" sldId="259"/>
            <ac:spMk id="3" creationId="{48AB81A3-A4D5-945D-A879-9EA3161353F3}"/>
          </ac:spMkLst>
        </pc:spChg>
      </pc:sldChg>
      <pc:sldChg chg="addSp delSp modSp new mod">
        <pc:chgData name="nandhini subramanian" userId="a868fa6818523852" providerId="LiveId" clId="{C7B55BB6-6363-4362-995E-1EB1DD895322}" dt="2022-05-21T11:40:08.982" v="101" actId="14100"/>
        <pc:sldMkLst>
          <pc:docMk/>
          <pc:sldMk cId="533631348" sldId="260"/>
        </pc:sldMkLst>
        <pc:spChg chg="mod">
          <ac:chgData name="nandhini subramanian" userId="a868fa6818523852" providerId="LiveId" clId="{C7B55BB6-6363-4362-995E-1EB1DD895322}" dt="2022-05-21T11:38:30.812" v="93" actId="14100"/>
          <ac:spMkLst>
            <pc:docMk/>
            <pc:sldMk cId="533631348" sldId="260"/>
            <ac:spMk id="2" creationId="{C43FB299-9454-4E4D-7D94-CBFF904E74F1}"/>
          </ac:spMkLst>
        </pc:spChg>
        <pc:spChg chg="del">
          <ac:chgData name="nandhini subramanian" userId="a868fa6818523852" providerId="LiveId" clId="{C7B55BB6-6363-4362-995E-1EB1DD895322}" dt="2022-05-21T11:38:10.724" v="76" actId="478"/>
          <ac:spMkLst>
            <pc:docMk/>
            <pc:sldMk cId="533631348" sldId="260"/>
            <ac:spMk id="3" creationId="{EAFE0B83-4DED-D6B8-88CF-E350EDB3CDCE}"/>
          </ac:spMkLst>
        </pc:spChg>
        <pc:picChg chg="add mod">
          <ac:chgData name="nandhini subramanian" userId="a868fa6818523852" providerId="LiveId" clId="{C7B55BB6-6363-4362-995E-1EB1DD895322}" dt="2022-05-21T11:40:08.982" v="101" actId="14100"/>
          <ac:picMkLst>
            <pc:docMk/>
            <pc:sldMk cId="533631348" sldId="260"/>
            <ac:picMk id="2050" creationId="{21D50F2C-6995-538A-0078-C2C9ECA53844}"/>
          </ac:picMkLst>
        </pc:picChg>
      </pc:sldChg>
      <pc:sldChg chg="addSp delSp modSp new mod">
        <pc:chgData name="nandhini subramanian" userId="a868fa6818523852" providerId="LiveId" clId="{C7B55BB6-6363-4362-995E-1EB1DD895322}" dt="2022-05-21T11:43:44.646" v="140" actId="1076"/>
        <pc:sldMkLst>
          <pc:docMk/>
          <pc:sldMk cId="976927650" sldId="261"/>
        </pc:sldMkLst>
        <pc:spChg chg="mod">
          <ac:chgData name="nandhini subramanian" userId="a868fa6818523852" providerId="LiveId" clId="{C7B55BB6-6363-4362-995E-1EB1DD895322}" dt="2022-05-21T11:43:44.646" v="140" actId="1076"/>
          <ac:spMkLst>
            <pc:docMk/>
            <pc:sldMk cId="976927650" sldId="261"/>
            <ac:spMk id="2" creationId="{E9DAEF7C-C2C1-E4EA-733E-A8C0EAD75F5E}"/>
          </ac:spMkLst>
        </pc:spChg>
        <pc:spChg chg="del">
          <ac:chgData name="nandhini subramanian" userId="a868fa6818523852" providerId="LiveId" clId="{C7B55BB6-6363-4362-995E-1EB1DD895322}" dt="2022-05-21T11:40:28.831" v="114" actId="478"/>
          <ac:spMkLst>
            <pc:docMk/>
            <pc:sldMk cId="976927650" sldId="261"/>
            <ac:spMk id="3" creationId="{333165EB-1E63-8E83-6FFC-B4575BFE9AA6}"/>
          </ac:spMkLst>
        </pc:spChg>
        <pc:spChg chg="add del mod">
          <ac:chgData name="nandhini subramanian" userId="a868fa6818523852" providerId="LiveId" clId="{C7B55BB6-6363-4362-995E-1EB1DD895322}" dt="2022-05-21T11:42:58.538" v="133" actId="21"/>
          <ac:spMkLst>
            <pc:docMk/>
            <pc:sldMk cId="976927650" sldId="261"/>
            <ac:spMk id="5" creationId="{83885829-D689-E945-28D4-C36AE508045D}"/>
          </ac:spMkLst>
        </pc:spChg>
      </pc:sldChg>
      <pc:sldChg chg="addSp delSp modSp new mod">
        <pc:chgData name="nandhini subramanian" userId="a868fa6818523852" providerId="LiveId" clId="{C7B55BB6-6363-4362-995E-1EB1DD895322}" dt="2022-05-21T11:45:59.105" v="155" actId="14100"/>
        <pc:sldMkLst>
          <pc:docMk/>
          <pc:sldMk cId="2242605922" sldId="262"/>
        </pc:sldMkLst>
        <pc:spChg chg="mod">
          <ac:chgData name="nandhini subramanian" userId="a868fa6818523852" providerId="LiveId" clId="{C7B55BB6-6363-4362-995E-1EB1DD895322}" dt="2022-05-21T11:45:03.880" v="145" actId="1076"/>
          <ac:spMkLst>
            <pc:docMk/>
            <pc:sldMk cId="2242605922" sldId="262"/>
            <ac:spMk id="2" creationId="{30C936C5-E4E2-EB0D-F57A-D6A8F53B6DF0}"/>
          </ac:spMkLst>
        </pc:spChg>
        <pc:spChg chg="del">
          <ac:chgData name="nandhini subramanian" userId="a868fa6818523852" providerId="LiveId" clId="{C7B55BB6-6363-4362-995E-1EB1DD895322}" dt="2022-05-21T11:43:54.714" v="141" actId="21"/>
          <ac:spMkLst>
            <pc:docMk/>
            <pc:sldMk cId="2242605922" sldId="262"/>
            <ac:spMk id="3" creationId="{4568096D-834A-587D-010C-4E7A7E66687B}"/>
          </ac:spMkLst>
        </pc:spChg>
        <pc:picChg chg="add mod">
          <ac:chgData name="nandhini subramanian" userId="a868fa6818523852" providerId="LiveId" clId="{C7B55BB6-6363-4362-995E-1EB1DD895322}" dt="2022-05-21T11:45:59.105" v="155" actId="14100"/>
          <ac:picMkLst>
            <pc:docMk/>
            <pc:sldMk cId="2242605922" sldId="262"/>
            <ac:picMk id="4098" creationId="{6683A214-122A-E9F7-8CD4-147685C69C51}"/>
          </ac:picMkLst>
        </pc:picChg>
      </pc:sldChg>
      <pc:sldChg chg="addSp delSp modSp new mod">
        <pc:chgData name="nandhini subramanian" userId="a868fa6818523852" providerId="LiveId" clId="{C7B55BB6-6363-4362-995E-1EB1DD895322}" dt="2022-05-21T11:48:50.987" v="181" actId="14100"/>
        <pc:sldMkLst>
          <pc:docMk/>
          <pc:sldMk cId="1625514873" sldId="263"/>
        </pc:sldMkLst>
        <pc:spChg chg="mod">
          <ac:chgData name="nandhini subramanian" userId="a868fa6818523852" providerId="LiveId" clId="{C7B55BB6-6363-4362-995E-1EB1DD895322}" dt="2022-05-21T11:47:43.309" v="166" actId="20577"/>
          <ac:spMkLst>
            <pc:docMk/>
            <pc:sldMk cId="1625514873" sldId="263"/>
            <ac:spMk id="2" creationId="{18D3CF4C-1224-19FE-9A10-E27256F1F599}"/>
          </ac:spMkLst>
        </pc:spChg>
        <pc:spChg chg="del">
          <ac:chgData name="nandhini subramanian" userId="a868fa6818523852" providerId="LiveId" clId="{C7B55BB6-6363-4362-995E-1EB1DD895322}" dt="2022-05-21T11:47:47.472" v="167" actId="478"/>
          <ac:spMkLst>
            <pc:docMk/>
            <pc:sldMk cId="1625514873" sldId="263"/>
            <ac:spMk id="3" creationId="{65535CA1-5A9B-D90D-EF5A-F84791F7C237}"/>
          </ac:spMkLst>
        </pc:spChg>
        <pc:picChg chg="add mod">
          <ac:chgData name="nandhini subramanian" userId="a868fa6818523852" providerId="LiveId" clId="{C7B55BB6-6363-4362-995E-1EB1DD895322}" dt="2022-05-21T11:48:50.987" v="181" actId="14100"/>
          <ac:picMkLst>
            <pc:docMk/>
            <pc:sldMk cId="1625514873" sldId="263"/>
            <ac:picMk id="5122" creationId="{D2E41A22-230B-3F14-606F-BA7C56F648FA}"/>
          </ac:picMkLst>
        </pc:picChg>
      </pc:sldChg>
      <pc:sldChg chg="addSp delSp modSp new mod">
        <pc:chgData name="nandhini subramanian" userId="a868fa6818523852" providerId="LiveId" clId="{C7B55BB6-6363-4362-995E-1EB1DD895322}" dt="2022-05-21T11:50:56.130" v="195" actId="1076"/>
        <pc:sldMkLst>
          <pc:docMk/>
          <pc:sldMk cId="1341405834" sldId="264"/>
        </pc:sldMkLst>
        <pc:spChg chg="mod">
          <ac:chgData name="nandhini subramanian" userId="a868fa6818523852" providerId="LiveId" clId="{C7B55BB6-6363-4362-995E-1EB1DD895322}" dt="2022-05-21T11:50:12.845" v="185" actId="1076"/>
          <ac:spMkLst>
            <pc:docMk/>
            <pc:sldMk cId="1341405834" sldId="264"/>
            <ac:spMk id="2" creationId="{1B4EBB0A-7E05-8028-7E32-D9F2DD9EB6FA}"/>
          </ac:spMkLst>
        </pc:spChg>
        <pc:spChg chg="del mod">
          <ac:chgData name="nandhini subramanian" userId="a868fa6818523852" providerId="LiveId" clId="{C7B55BB6-6363-4362-995E-1EB1DD895322}" dt="2022-05-21T11:50:17.624" v="187" actId="478"/>
          <ac:spMkLst>
            <pc:docMk/>
            <pc:sldMk cId="1341405834" sldId="264"/>
            <ac:spMk id="3" creationId="{E65B4037-FD28-6ED2-B5FE-8EFD06CFE3D2}"/>
          </ac:spMkLst>
        </pc:spChg>
        <pc:picChg chg="add mod">
          <ac:chgData name="nandhini subramanian" userId="a868fa6818523852" providerId="LiveId" clId="{C7B55BB6-6363-4362-995E-1EB1DD895322}" dt="2022-05-21T11:50:56.130" v="195" actId="1076"/>
          <ac:picMkLst>
            <pc:docMk/>
            <pc:sldMk cId="1341405834" sldId="264"/>
            <ac:picMk id="6146" creationId="{5D9F3599-B1B0-579A-B94D-97DB199C5AB4}"/>
          </ac:picMkLst>
        </pc:picChg>
      </pc:sldChg>
      <pc:sldChg chg="addSp delSp modSp new mod">
        <pc:chgData name="nandhini subramanian" userId="a868fa6818523852" providerId="LiveId" clId="{C7B55BB6-6363-4362-995E-1EB1DD895322}" dt="2022-05-21T11:56:32.242" v="218" actId="14100"/>
        <pc:sldMkLst>
          <pc:docMk/>
          <pc:sldMk cId="2583703096" sldId="265"/>
        </pc:sldMkLst>
        <pc:spChg chg="mod">
          <ac:chgData name="nandhini subramanian" userId="a868fa6818523852" providerId="LiveId" clId="{C7B55BB6-6363-4362-995E-1EB1DD895322}" dt="2022-05-21T11:55:44.528" v="206" actId="1076"/>
          <ac:spMkLst>
            <pc:docMk/>
            <pc:sldMk cId="2583703096" sldId="265"/>
            <ac:spMk id="2" creationId="{073C34EF-DEE4-F1E2-83C2-8B86A02526B7}"/>
          </ac:spMkLst>
        </pc:spChg>
        <pc:spChg chg="del mod">
          <ac:chgData name="nandhini subramanian" userId="a868fa6818523852" providerId="LiveId" clId="{C7B55BB6-6363-4362-995E-1EB1DD895322}" dt="2022-05-21T11:55:51.278" v="208" actId="478"/>
          <ac:spMkLst>
            <pc:docMk/>
            <pc:sldMk cId="2583703096" sldId="265"/>
            <ac:spMk id="3" creationId="{A28FAAA3-256C-0FF2-105D-FFB563EFF27C}"/>
          </ac:spMkLst>
        </pc:spChg>
        <pc:picChg chg="add mod">
          <ac:chgData name="nandhini subramanian" userId="a868fa6818523852" providerId="LiveId" clId="{C7B55BB6-6363-4362-995E-1EB1DD895322}" dt="2022-05-21T11:56:32.242" v="218" actId="14100"/>
          <ac:picMkLst>
            <pc:docMk/>
            <pc:sldMk cId="2583703096" sldId="265"/>
            <ac:picMk id="7170" creationId="{64D025F8-FC2A-62ED-C467-749801CEDA19}"/>
          </ac:picMkLst>
        </pc:picChg>
      </pc:sldChg>
      <pc:sldChg chg="addSp delSp modSp new mod">
        <pc:chgData name="nandhini subramanian" userId="a868fa6818523852" providerId="LiveId" clId="{C7B55BB6-6363-4362-995E-1EB1DD895322}" dt="2022-05-21T11:58:44.287" v="227" actId="14100"/>
        <pc:sldMkLst>
          <pc:docMk/>
          <pc:sldMk cId="2331215889" sldId="266"/>
        </pc:sldMkLst>
        <pc:spChg chg="mod">
          <ac:chgData name="nandhini subramanian" userId="a868fa6818523852" providerId="LiveId" clId="{C7B55BB6-6363-4362-995E-1EB1DD895322}" dt="2022-05-21T11:58:31.337" v="224" actId="1076"/>
          <ac:spMkLst>
            <pc:docMk/>
            <pc:sldMk cId="2331215889" sldId="266"/>
            <ac:spMk id="2" creationId="{74B5F24C-D3EF-767C-8FCC-E7C02DA145F2}"/>
          </ac:spMkLst>
        </pc:spChg>
        <pc:spChg chg="del">
          <ac:chgData name="nandhini subramanian" userId="a868fa6818523852" providerId="LiveId" clId="{C7B55BB6-6363-4362-995E-1EB1DD895322}" dt="2022-05-21T11:57:57.644" v="220"/>
          <ac:spMkLst>
            <pc:docMk/>
            <pc:sldMk cId="2331215889" sldId="266"/>
            <ac:spMk id="3" creationId="{1114917E-8411-06DC-CC8E-AD5A624F8520}"/>
          </ac:spMkLst>
        </pc:spChg>
        <pc:picChg chg="add mod">
          <ac:chgData name="nandhini subramanian" userId="a868fa6818523852" providerId="LiveId" clId="{C7B55BB6-6363-4362-995E-1EB1DD895322}" dt="2022-05-21T11:58:44.287" v="227" actId="14100"/>
          <ac:picMkLst>
            <pc:docMk/>
            <pc:sldMk cId="2331215889" sldId="266"/>
            <ac:picMk id="8194" creationId="{0F2902B6-532F-A6C3-F228-434911FA7C0A}"/>
          </ac:picMkLst>
        </pc:picChg>
      </pc:sldChg>
      <pc:sldChg chg="addSp delSp modSp new mod">
        <pc:chgData name="nandhini subramanian" userId="a868fa6818523852" providerId="LiveId" clId="{C7B55BB6-6363-4362-995E-1EB1DD895322}" dt="2022-05-21T12:00:30.609" v="244" actId="14100"/>
        <pc:sldMkLst>
          <pc:docMk/>
          <pc:sldMk cId="2719570931" sldId="267"/>
        </pc:sldMkLst>
        <pc:spChg chg="mod">
          <ac:chgData name="nandhini subramanian" userId="a868fa6818523852" providerId="LiveId" clId="{C7B55BB6-6363-4362-995E-1EB1DD895322}" dt="2022-05-21T11:59:50.890" v="235" actId="1076"/>
          <ac:spMkLst>
            <pc:docMk/>
            <pc:sldMk cId="2719570931" sldId="267"/>
            <ac:spMk id="2" creationId="{B98D7D54-BA54-C866-8E6D-EB42B4683EA0}"/>
          </ac:spMkLst>
        </pc:spChg>
        <pc:spChg chg="del">
          <ac:chgData name="nandhini subramanian" userId="a868fa6818523852" providerId="LiveId" clId="{C7B55BB6-6363-4362-995E-1EB1DD895322}" dt="2022-05-21T11:59:54.089" v="236" actId="478"/>
          <ac:spMkLst>
            <pc:docMk/>
            <pc:sldMk cId="2719570931" sldId="267"/>
            <ac:spMk id="3" creationId="{81E62859-057F-8E16-81E1-CF97A7ADD075}"/>
          </ac:spMkLst>
        </pc:spChg>
        <pc:picChg chg="add mod">
          <ac:chgData name="nandhini subramanian" userId="a868fa6818523852" providerId="LiveId" clId="{C7B55BB6-6363-4362-995E-1EB1DD895322}" dt="2022-05-21T12:00:30.609" v="244" actId="14100"/>
          <ac:picMkLst>
            <pc:docMk/>
            <pc:sldMk cId="2719570931" sldId="267"/>
            <ac:picMk id="9218" creationId="{8201AC83-AE7A-9DF1-60EA-9464908E4795}"/>
          </ac:picMkLst>
        </pc:picChg>
      </pc:sldChg>
      <pc:sldChg chg="addSp delSp modSp new mod">
        <pc:chgData name="nandhini subramanian" userId="a868fa6818523852" providerId="LiveId" clId="{C7B55BB6-6363-4362-995E-1EB1DD895322}" dt="2022-05-21T12:08:06.380" v="326" actId="14100"/>
        <pc:sldMkLst>
          <pc:docMk/>
          <pc:sldMk cId="4224721949" sldId="268"/>
        </pc:sldMkLst>
        <pc:spChg chg="mod">
          <ac:chgData name="nandhini subramanian" userId="a868fa6818523852" providerId="LiveId" clId="{C7B55BB6-6363-4362-995E-1EB1DD895322}" dt="2022-05-21T12:08:06.380" v="326" actId="14100"/>
          <ac:spMkLst>
            <pc:docMk/>
            <pc:sldMk cId="4224721949" sldId="268"/>
            <ac:spMk id="2" creationId="{DBB66676-638B-B584-2F52-C9528241C930}"/>
          </ac:spMkLst>
        </pc:spChg>
        <pc:spChg chg="del mod">
          <ac:chgData name="nandhini subramanian" userId="a868fa6818523852" providerId="LiveId" clId="{C7B55BB6-6363-4362-995E-1EB1DD895322}" dt="2022-05-21T12:01:51.350" v="249" actId="478"/>
          <ac:spMkLst>
            <pc:docMk/>
            <pc:sldMk cId="4224721949" sldId="268"/>
            <ac:spMk id="3" creationId="{9E9A6D2C-8DD7-A092-0749-485DAFB9B748}"/>
          </ac:spMkLst>
        </pc:spChg>
        <pc:spChg chg="add mod">
          <ac:chgData name="nandhini subramanian" userId="a868fa6818523852" providerId="LiveId" clId="{C7B55BB6-6363-4362-995E-1EB1DD895322}" dt="2022-05-21T12:05:43.316" v="284" actId="122"/>
          <ac:spMkLst>
            <pc:docMk/>
            <pc:sldMk cId="4224721949" sldId="268"/>
            <ac:spMk id="4" creationId="{DAD1E11E-1EB2-680A-825A-2BF46B41B909}"/>
          </ac:spMkLst>
        </pc:spChg>
      </pc:sldChg>
      <pc:sldChg chg="delSp modSp new mod">
        <pc:chgData name="nandhini subramanian" userId="a868fa6818523852" providerId="LiveId" clId="{C7B55BB6-6363-4362-995E-1EB1DD895322}" dt="2022-05-21T12:13:09.067" v="356" actId="5793"/>
        <pc:sldMkLst>
          <pc:docMk/>
          <pc:sldMk cId="3737829074" sldId="269"/>
        </pc:sldMkLst>
        <pc:spChg chg="del">
          <ac:chgData name="nandhini subramanian" userId="a868fa6818523852" providerId="LiveId" clId="{C7B55BB6-6363-4362-995E-1EB1DD895322}" dt="2022-05-21T12:09:36.384" v="330" actId="21"/>
          <ac:spMkLst>
            <pc:docMk/>
            <pc:sldMk cId="3737829074" sldId="269"/>
            <ac:spMk id="2" creationId="{4DA0B8E6-4564-D737-67C4-B6144E007A72}"/>
          </ac:spMkLst>
        </pc:spChg>
        <pc:spChg chg="mod">
          <ac:chgData name="nandhini subramanian" userId="a868fa6818523852" providerId="LiveId" clId="{C7B55BB6-6363-4362-995E-1EB1DD895322}" dt="2022-05-21T12:13:09.067" v="356" actId="5793"/>
          <ac:spMkLst>
            <pc:docMk/>
            <pc:sldMk cId="3737829074" sldId="269"/>
            <ac:spMk id="3" creationId="{7411A69F-4060-3144-DB91-B57809733A46}"/>
          </ac:spMkLst>
        </pc:spChg>
      </pc:sldChg>
      <pc:sldChg chg="delSp modSp new mod">
        <pc:chgData name="nandhini subramanian" userId="a868fa6818523852" providerId="LiveId" clId="{C7B55BB6-6363-4362-995E-1EB1DD895322}" dt="2022-05-21T12:13:03.774" v="355" actId="5793"/>
        <pc:sldMkLst>
          <pc:docMk/>
          <pc:sldMk cId="2624842186" sldId="270"/>
        </pc:sldMkLst>
        <pc:spChg chg="del">
          <ac:chgData name="nandhini subramanian" userId="a868fa6818523852" providerId="LiveId" clId="{C7B55BB6-6363-4362-995E-1EB1DD895322}" dt="2022-05-21T12:12:14.224" v="348" actId="21"/>
          <ac:spMkLst>
            <pc:docMk/>
            <pc:sldMk cId="2624842186" sldId="270"/>
            <ac:spMk id="2" creationId="{66CEAAE1-5578-30EE-C2F2-12164D831CA9}"/>
          </ac:spMkLst>
        </pc:spChg>
        <pc:spChg chg="mod">
          <ac:chgData name="nandhini subramanian" userId="a868fa6818523852" providerId="LiveId" clId="{C7B55BB6-6363-4362-995E-1EB1DD895322}" dt="2022-05-21T12:13:03.774" v="355" actId="5793"/>
          <ac:spMkLst>
            <pc:docMk/>
            <pc:sldMk cId="2624842186" sldId="270"/>
            <ac:spMk id="3" creationId="{EB935E49-C7B4-C0A9-9115-CAEEF1DADC40}"/>
          </ac:spMkLst>
        </pc:spChg>
      </pc:sldChg>
      <pc:sldChg chg="delSp modSp new mod">
        <pc:chgData name="nandhini subramanian" userId="a868fa6818523852" providerId="LiveId" clId="{C7B55BB6-6363-4362-995E-1EB1DD895322}" dt="2022-05-21T12:15:30.382" v="371" actId="207"/>
        <pc:sldMkLst>
          <pc:docMk/>
          <pc:sldMk cId="3701218145" sldId="271"/>
        </pc:sldMkLst>
        <pc:spChg chg="del">
          <ac:chgData name="nandhini subramanian" userId="a868fa6818523852" providerId="LiveId" clId="{C7B55BB6-6363-4362-995E-1EB1DD895322}" dt="2022-05-21T12:13:21.762" v="358" actId="21"/>
          <ac:spMkLst>
            <pc:docMk/>
            <pc:sldMk cId="3701218145" sldId="271"/>
            <ac:spMk id="2" creationId="{B50FD491-BAC0-E887-4EEA-513C5984331B}"/>
          </ac:spMkLst>
        </pc:spChg>
        <pc:spChg chg="mod">
          <ac:chgData name="nandhini subramanian" userId="a868fa6818523852" providerId="LiveId" clId="{C7B55BB6-6363-4362-995E-1EB1DD895322}" dt="2022-05-21T12:15:30.382" v="371" actId="207"/>
          <ac:spMkLst>
            <pc:docMk/>
            <pc:sldMk cId="3701218145" sldId="271"/>
            <ac:spMk id="3" creationId="{C0CCA900-610E-2A52-9BE2-FEB2D1130696}"/>
          </ac:spMkLst>
        </pc:spChg>
      </pc:sldChg>
      <pc:sldChg chg="delSp modSp new mod">
        <pc:chgData name="nandhini subramanian" userId="a868fa6818523852" providerId="LiveId" clId="{C7B55BB6-6363-4362-995E-1EB1DD895322}" dt="2022-05-21T12:13:13.101" v="357" actId="5793"/>
        <pc:sldMkLst>
          <pc:docMk/>
          <pc:sldMk cId="644183594" sldId="272"/>
        </pc:sldMkLst>
        <pc:spChg chg="del">
          <ac:chgData name="nandhini subramanian" userId="a868fa6818523852" providerId="LiveId" clId="{C7B55BB6-6363-4362-995E-1EB1DD895322}" dt="2022-05-21T12:10:39.687" v="341" actId="21"/>
          <ac:spMkLst>
            <pc:docMk/>
            <pc:sldMk cId="644183594" sldId="272"/>
            <ac:spMk id="2" creationId="{B89C8C2F-2A3B-6566-CA45-5B74D50C07F3}"/>
          </ac:spMkLst>
        </pc:spChg>
        <pc:spChg chg="mod">
          <ac:chgData name="nandhini subramanian" userId="a868fa6818523852" providerId="LiveId" clId="{C7B55BB6-6363-4362-995E-1EB1DD895322}" dt="2022-05-21T12:13:13.101" v="357" actId="5793"/>
          <ac:spMkLst>
            <pc:docMk/>
            <pc:sldMk cId="644183594" sldId="272"/>
            <ac:spMk id="3" creationId="{AA522C1D-FA21-2C90-0AF9-D45EC8014EAB}"/>
          </ac:spMkLst>
        </pc:spChg>
      </pc:sldChg>
      <pc:sldChg chg="delSp modSp new mod">
        <pc:chgData name="nandhini subramanian" userId="a868fa6818523852" providerId="LiveId" clId="{C7B55BB6-6363-4362-995E-1EB1DD895322}" dt="2022-05-21T12:17:06.916" v="381" actId="5793"/>
        <pc:sldMkLst>
          <pc:docMk/>
          <pc:sldMk cId="2086045552" sldId="273"/>
        </pc:sldMkLst>
        <pc:spChg chg="del">
          <ac:chgData name="nandhini subramanian" userId="a868fa6818523852" providerId="LiveId" clId="{C7B55BB6-6363-4362-995E-1EB1DD895322}" dt="2022-05-21T12:15:42.167" v="372" actId="21"/>
          <ac:spMkLst>
            <pc:docMk/>
            <pc:sldMk cId="2086045552" sldId="273"/>
            <ac:spMk id="2" creationId="{5D65D178-8192-F35C-E7A3-D86DF8745471}"/>
          </ac:spMkLst>
        </pc:spChg>
        <pc:spChg chg="mod">
          <ac:chgData name="nandhini subramanian" userId="a868fa6818523852" providerId="LiveId" clId="{C7B55BB6-6363-4362-995E-1EB1DD895322}" dt="2022-05-21T12:17:06.916" v="381" actId="5793"/>
          <ac:spMkLst>
            <pc:docMk/>
            <pc:sldMk cId="2086045552" sldId="273"/>
            <ac:spMk id="3" creationId="{E64181EE-67FA-42D5-7DC3-4DFCEB0A0F61}"/>
          </ac:spMkLst>
        </pc:spChg>
      </pc:sldChg>
      <pc:sldChg chg="delSp modSp new mod">
        <pc:chgData name="nandhini subramanian" userId="a868fa6818523852" providerId="LiveId" clId="{C7B55BB6-6363-4362-995E-1EB1DD895322}" dt="2022-05-21T12:22:15.324" v="432" actId="122"/>
        <pc:sldMkLst>
          <pc:docMk/>
          <pc:sldMk cId="3665814674" sldId="274"/>
        </pc:sldMkLst>
        <pc:spChg chg="mod">
          <ac:chgData name="nandhini subramanian" userId="a868fa6818523852" providerId="LiveId" clId="{C7B55BB6-6363-4362-995E-1EB1DD895322}" dt="2022-05-21T12:22:15.324" v="432" actId="122"/>
          <ac:spMkLst>
            <pc:docMk/>
            <pc:sldMk cId="3665814674" sldId="274"/>
            <ac:spMk id="2" creationId="{EAD004E0-57EF-4DF3-02F7-B2957512F524}"/>
          </ac:spMkLst>
        </pc:spChg>
        <pc:spChg chg="del">
          <ac:chgData name="nandhini subramanian" userId="a868fa6818523852" providerId="LiveId" clId="{C7B55BB6-6363-4362-995E-1EB1DD895322}" dt="2022-05-21T12:19:08.078" v="401" actId="21"/>
          <ac:spMkLst>
            <pc:docMk/>
            <pc:sldMk cId="3665814674" sldId="274"/>
            <ac:spMk id="3" creationId="{57952E70-831F-131A-E2F5-B0B313C89751}"/>
          </ac:spMkLst>
        </pc:spChg>
      </pc:sldChg>
      <pc:sldChg chg="delSp modSp new mod">
        <pc:chgData name="nandhini subramanian" userId="a868fa6818523852" providerId="LiveId" clId="{C7B55BB6-6363-4362-995E-1EB1DD895322}" dt="2022-05-21T12:23:20.878" v="443" actId="14100"/>
        <pc:sldMkLst>
          <pc:docMk/>
          <pc:sldMk cId="1709104379" sldId="275"/>
        </pc:sldMkLst>
        <pc:spChg chg="del">
          <ac:chgData name="nandhini subramanian" userId="a868fa6818523852" providerId="LiveId" clId="{C7B55BB6-6363-4362-995E-1EB1DD895322}" dt="2022-05-21T12:20:41.696" v="410" actId="21"/>
          <ac:spMkLst>
            <pc:docMk/>
            <pc:sldMk cId="1709104379" sldId="275"/>
            <ac:spMk id="2" creationId="{35839760-515E-D362-0CC7-55E4CC3D6826}"/>
          </ac:spMkLst>
        </pc:spChg>
        <pc:spChg chg="mod">
          <ac:chgData name="nandhini subramanian" userId="a868fa6818523852" providerId="LiveId" clId="{C7B55BB6-6363-4362-995E-1EB1DD895322}" dt="2022-05-21T12:23:20.878" v="443" actId="14100"/>
          <ac:spMkLst>
            <pc:docMk/>
            <pc:sldMk cId="1709104379" sldId="275"/>
            <ac:spMk id="3" creationId="{37C3987A-FEDA-79CF-FCFA-6A4BD73E8F83}"/>
          </ac:spMkLst>
        </pc:spChg>
      </pc:sldChg>
      <pc:sldChg chg="delSp modSp new mod">
        <pc:chgData name="nandhini subramanian" userId="a868fa6818523852" providerId="LiveId" clId="{C7B55BB6-6363-4362-995E-1EB1DD895322}" dt="2022-05-21T12:26:06.856" v="466" actId="14100"/>
        <pc:sldMkLst>
          <pc:docMk/>
          <pc:sldMk cId="3694860462" sldId="276"/>
        </pc:sldMkLst>
        <pc:spChg chg="del">
          <ac:chgData name="nandhini subramanian" userId="a868fa6818523852" providerId="LiveId" clId="{C7B55BB6-6363-4362-995E-1EB1DD895322}" dt="2022-05-21T12:23:33.338" v="445" actId="21"/>
          <ac:spMkLst>
            <pc:docMk/>
            <pc:sldMk cId="3694860462" sldId="276"/>
            <ac:spMk id="2" creationId="{223B0841-785D-41C8-767F-88DEC3251F3F}"/>
          </ac:spMkLst>
        </pc:spChg>
        <pc:spChg chg="mod">
          <ac:chgData name="nandhini subramanian" userId="a868fa6818523852" providerId="LiveId" clId="{C7B55BB6-6363-4362-995E-1EB1DD895322}" dt="2022-05-21T12:26:06.856" v="466" actId="14100"/>
          <ac:spMkLst>
            <pc:docMk/>
            <pc:sldMk cId="3694860462" sldId="276"/>
            <ac:spMk id="3" creationId="{BABE904C-3E81-C66B-D3EE-6B3276A3C4B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5E0FA3-CCEC-4DC9-900C-39EE8D05F9F6}"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1478193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65E0FA3-CCEC-4DC9-900C-39EE8D05F9F6}"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45819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5E0FA3-CCEC-4DC9-900C-39EE8D05F9F6}"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2139389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5E0FA3-CCEC-4DC9-900C-39EE8D05F9F6}" type="datetimeFigureOut">
              <a:rPr lang="en-IN" smtClean="0"/>
              <a:t>21-05-2022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405859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5E0FA3-CCEC-4DC9-900C-39EE8D05F9F6}" type="datetimeFigureOut">
              <a:rPr lang="en-IN" smtClean="0"/>
              <a:t>21-05-2022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1131384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65E0FA3-CCEC-4DC9-900C-39EE8D05F9F6}" type="datetimeFigureOut">
              <a:rPr lang="en-IN" smtClean="0"/>
              <a:t>21-05-2022</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1133452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65E0FA3-CCEC-4DC9-900C-39EE8D05F9F6}" type="datetimeFigureOut">
              <a:rPr lang="en-IN" smtClean="0"/>
              <a:t>21-05-2022</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3124579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65E0FA3-CCEC-4DC9-900C-39EE8D05F9F6}" type="datetimeFigureOut">
              <a:rPr lang="en-IN" smtClean="0"/>
              <a:t>21-05-2022</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356180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5E0FA3-CCEC-4DC9-900C-39EE8D05F9F6}" type="datetimeFigureOut">
              <a:rPr lang="en-IN" smtClean="0"/>
              <a:t>21-05-2022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1696009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5E0FA3-CCEC-4DC9-900C-39EE8D05F9F6}" type="datetimeFigureOut">
              <a:rPr lang="en-IN" smtClean="0"/>
              <a:t>21-05-2022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972067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65E0FA3-CCEC-4DC9-900C-39EE8D05F9F6}"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4135213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65E0FA3-CCEC-4DC9-900C-39EE8D05F9F6}"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E7B12-F137-41F4-BDEB-673173C0915A}"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238239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5E0FA3-CCEC-4DC9-900C-39EE8D05F9F6}"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4071462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65E0FA3-CCEC-4DC9-900C-39EE8D05F9F6}" type="datetimeFigureOut">
              <a:rPr lang="en-IN" smtClean="0"/>
              <a:t>21-05-2022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25691715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65E0FA3-CCEC-4DC9-900C-39EE8D05F9F6}" type="datetimeFigureOut">
              <a:rPr lang="en-IN" smtClean="0"/>
              <a:t>21-05-2022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8192969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5E0FA3-CCEC-4DC9-900C-39EE8D05F9F6}"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378658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5E0FA3-CCEC-4DC9-900C-39EE8D05F9F6}" type="datetimeFigureOut">
              <a:rPr lang="en-IN" smtClean="0"/>
              <a:t>21-05-2022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7E7B12-F137-41F4-BDEB-673173C0915A}" type="slidenum">
              <a:rPr lang="en-IN" smtClean="0"/>
              <a:t>‹#›</a:t>
            </a:fld>
            <a:endParaRPr lang="en-IN"/>
          </a:p>
        </p:txBody>
      </p:sp>
    </p:spTree>
    <p:extLst>
      <p:ext uri="{BB962C8B-B14F-4D97-AF65-F5344CB8AC3E}">
        <p14:creationId xmlns:p14="http://schemas.microsoft.com/office/powerpoint/2010/main" val="3024991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65E0FA3-CCEC-4DC9-900C-39EE8D05F9F6}" type="datetimeFigureOut">
              <a:rPr lang="en-IN" smtClean="0"/>
              <a:t>21-05-2022</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57E7B12-F137-41F4-BDEB-673173C0915A}" type="slidenum">
              <a:rPr lang="en-IN" smtClean="0"/>
              <a:t>‹#›</a:t>
            </a:fld>
            <a:endParaRPr lang="en-IN"/>
          </a:p>
        </p:txBody>
      </p:sp>
    </p:spTree>
    <p:extLst>
      <p:ext uri="{BB962C8B-B14F-4D97-AF65-F5344CB8AC3E}">
        <p14:creationId xmlns:p14="http://schemas.microsoft.com/office/powerpoint/2010/main" val="366679644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33389-9FDC-28EF-1770-A0A7905B584C}"/>
              </a:ext>
            </a:extLst>
          </p:cNvPr>
          <p:cNvSpPr>
            <a:spLocks noGrp="1"/>
          </p:cNvSpPr>
          <p:nvPr>
            <p:ph type="ctrTitle"/>
          </p:nvPr>
        </p:nvSpPr>
        <p:spPr>
          <a:xfrm>
            <a:off x="1524000" y="1122362"/>
            <a:ext cx="9144000" cy="5110271"/>
          </a:xfrm>
        </p:spPr>
        <p:txBody>
          <a:bodyPr>
            <a:normAutofit/>
          </a:bodyPr>
          <a:lstStyle/>
          <a:p>
            <a:br>
              <a:rPr lang="en-US" sz="3200" b="1" u="sng" dirty="0">
                <a:latin typeface="Times New Roman" pitchFamily="18" charset="0"/>
                <a:cs typeface="Times New Roman" pitchFamily="18" charset="0"/>
              </a:rPr>
            </a:br>
            <a:br>
              <a:rPr lang="en-US" sz="3200" b="1" u="sng" dirty="0">
                <a:latin typeface="Times New Roman" pitchFamily="18" charset="0"/>
                <a:cs typeface="Times New Roman" pitchFamily="18" charset="0"/>
              </a:rPr>
            </a:br>
            <a:br>
              <a:rPr lang="en-US" sz="3200" b="1" u="sng" dirty="0">
                <a:latin typeface="Times New Roman" pitchFamily="18" charset="0"/>
                <a:cs typeface="Times New Roman" pitchFamily="18" charset="0"/>
              </a:rPr>
            </a:br>
            <a:br>
              <a:rPr lang="en-US" sz="3200" b="1" u="sng" dirty="0">
                <a:latin typeface="Times New Roman" pitchFamily="18" charset="0"/>
                <a:cs typeface="Times New Roman" pitchFamily="18" charset="0"/>
              </a:rPr>
            </a:br>
            <a:br>
              <a:rPr lang="en-US" sz="3200" b="1" u="sng" dirty="0">
                <a:latin typeface="Times New Roman" pitchFamily="18" charset="0"/>
                <a:cs typeface="Times New Roman" pitchFamily="18" charset="0"/>
              </a:rPr>
            </a:br>
            <a:br>
              <a:rPr lang="en-US" sz="9600" b="1" dirty="0">
                <a:latin typeface="Times New Roman" pitchFamily="18" charset="0"/>
                <a:cs typeface="Times New Roman" pitchFamily="18" charset="0"/>
              </a:rPr>
            </a:br>
            <a:endParaRPr lang="en-IN" dirty="0"/>
          </a:p>
        </p:txBody>
      </p:sp>
      <p:sp>
        <p:nvSpPr>
          <p:cNvPr id="5" name="TextBox 4">
            <a:extLst>
              <a:ext uri="{FF2B5EF4-FFF2-40B4-BE49-F238E27FC236}">
                <a16:creationId xmlns:a16="http://schemas.microsoft.com/office/drawing/2014/main" id="{21BB7F9F-FAFE-04D8-4D7A-AB3EC7781EC3}"/>
              </a:ext>
            </a:extLst>
          </p:cNvPr>
          <p:cNvSpPr txBox="1"/>
          <p:nvPr/>
        </p:nvSpPr>
        <p:spPr>
          <a:xfrm>
            <a:off x="0" y="625367"/>
            <a:ext cx="10962289" cy="5355312"/>
          </a:xfrm>
          <a:prstGeom prst="rect">
            <a:avLst/>
          </a:prstGeom>
          <a:noFill/>
        </p:spPr>
        <p:txBody>
          <a:bodyPr wrap="square">
            <a:spAutoFit/>
          </a:bodyPr>
          <a:lstStyle/>
          <a:p>
            <a:pPr algn="ctr"/>
            <a:r>
              <a:rPr lang="en-US" sz="3600" b="1" u="sng" dirty="0">
                <a:latin typeface="Times New Roman" pitchFamily="18" charset="0"/>
                <a:cs typeface="Times New Roman" pitchFamily="18" charset="0"/>
              </a:rPr>
              <a:t>FORENSIC DENTAL X-RAY IMAGE ENHANCEMENT USING CLAHE AND FAG TO DETERMINE AGE</a:t>
            </a:r>
            <a:br>
              <a:rPr lang="en-US" sz="3600" b="1" dirty="0">
                <a:latin typeface="Times New Roman" pitchFamily="18" charset="0"/>
                <a:cs typeface="Times New Roman" pitchFamily="18" charset="0"/>
              </a:rPr>
            </a:br>
            <a:br>
              <a:rPr lang="en-US" sz="3600" b="1" dirty="0">
                <a:latin typeface="Times New Roman" pitchFamily="18" charset="0"/>
                <a:cs typeface="Times New Roman" pitchFamily="18" charset="0"/>
              </a:rPr>
            </a:br>
            <a:r>
              <a:rPr lang="en-US" sz="3600" b="1" dirty="0">
                <a:latin typeface="Times New Roman" pitchFamily="18" charset="0"/>
                <a:cs typeface="Times New Roman" pitchFamily="18" charset="0"/>
              </a:rPr>
              <a:t>DOMAIN: DEEP LEARNING</a:t>
            </a:r>
            <a:br>
              <a:rPr lang="en-US" sz="3600" b="1" dirty="0">
                <a:latin typeface="Times New Roman" pitchFamily="18" charset="0"/>
                <a:cs typeface="Times New Roman" pitchFamily="18" charset="0"/>
              </a:rPr>
            </a:br>
            <a:r>
              <a:rPr lang="en-US" sz="3600" b="1" dirty="0">
                <a:latin typeface="Times New Roman" pitchFamily="18" charset="0"/>
                <a:cs typeface="Times New Roman" pitchFamily="18" charset="0"/>
              </a:rPr>
              <a:t>GUIDE: MRS P DEEPA</a:t>
            </a:r>
            <a:br>
              <a:rPr lang="en-US" sz="3600" b="1" dirty="0">
                <a:latin typeface="Times New Roman" pitchFamily="18" charset="0"/>
                <a:cs typeface="Times New Roman" pitchFamily="18" charset="0"/>
              </a:rPr>
            </a:br>
            <a:r>
              <a:rPr lang="en-US" sz="3600" b="1" dirty="0">
                <a:latin typeface="Times New Roman" pitchFamily="18" charset="0"/>
                <a:cs typeface="Times New Roman" pitchFamily="18" charset="0"/>
              </a:rPr>
              <a:t>MEMBERS: KAVYA VR</a:t>
            </a:r>
            <a:br>
              <a:rPr lang="en-US" sz="3600" b="1" dirty="0">
                <a:latin typeface="Times New Roman" pitchFamily="18" charset="0"/>
                <a:cs typeface="Times New Roman" pitchFamily="18" charset="0"/>
              </a:rPr>
            </a:br>
            <a:r>
              <a:rPr lang="en-US" sz="3600" b="1" dirty="0">
                <a:latin typeface="Times New Roman" pitchFamily="18" charset="0"/>
                <a:cs typeface="Times New Roman" pitchFamily="18" charset="0"/>
              </a:rPr>
              <a:t>                                   DAHLIA RANE P</a:t>
            </a:r>
            <a:br>
              <a:rPr lang="en-US" sz="3600" b="1" dirty="0">
                <a:latin typeface="Times New Roman" pitchFamily="18" charset="0"/>
                <a:cs typeface="Times New Roman" pitchFamily="18" charset="0"/>
              </a:rPr>
            </a:br>
            <a:r>
              <a:rPr lang="en-US" sz="3600" b="1" dirty="0">
                <a:latin typeface="Times New Roman" pitchFamily="18" charset="0"/>
                <a:cs typeface="Times New Roman" pitchFamily="18" charset="0"/>
              </a:rPr>
              <a:t>                            NANDHINI S</a:t>
            </a:r>
            <a:br>
              <a:rPr lang="en-US" sz="3600" b="1" dirty="0">
                <a:latin typeface="Times New Roman" pitchFamily="18" charset="0"/>
                <a:cs typeface="Times New Roman" pitchFamily="18" charset="0"/>
              </a:rPr>
            </a:br>
            <a:endParaRPr lang="en-IN" dirty="0"/>
          </a:p>
        </p:txBody>
      </p:sp>
    </p:spTree>
    <p:extLst>
      <p:ext uri="{BB962C8B-B14F-4D97-AF65-F5344CB8AC3E}">
        <p14:creationId xmlns:p14="http://schemas.microsoft.com/office/powerpoint/2010/main" val="353688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1B981-B21B-DD37-AFA8-DD706C3AE432}"/>
              </a:ext>
            </a:extLst>
          </p:cNvPr>
          <p:cNvSpPr>
            <a:spLocks noGrp="1"/>
          </p:cNvSpPr>
          <p:nvPr>
            <p:ph type="title"/>
          </p:nvPr>
        </p:nvSpPr>
        <p:spPr>
          <a:xfrm>
            <a:off x="1072055" y="2049517"/>
            <a:ext cx="11816256" cy="2456273"/>
          </a:xfrm>
        </p:spPr>
        <p:txBody>
          <a:bodyPr/>
          <a:lstStyle/>
          <a:p>
            <a:r>
              <a:rPr lang="en-US" dirty="0"/>
              <a:t>              </a:t>
            </a:r>
            <a:r>
              <a:rPr lang="en-US" sz="5400" dirty="0"/>
              <a:t>SYSTEM ARCHITECTURE </a:t>
            </a:r>
            <a:endParaRPr lang="en-IN" sz="5400" dirty="0"/>
          </a:p>
        </p:txBody>
      </p:sp>
    </p:spTree>
    <p:extLst>
      <p:ext uri="{BB962C8B-B14F-4D97-AF65-F5344CB8AC3E}">
        <p14:creationId xmlns:p14="http://schemas.microsoft.com/office/powerpoint/2010/main" val="314123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996390F0-3654-9AE7-848A-B7B6487830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59725" y="546538"/>
            <a:ext cx="7872248" cy="5630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854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087DA-4DC0-66E9-EA30-855E09878336}"/>
              </a:ext>
            </a:extLst>
          </p:cNvPr>
          <p:cNvSpPr>
            <a:spLocks noGrp="1"/>
          </p:cNvSpPr>
          <p:nvPr>
            <p:ph type="title"/>
          </p:nvPr>
        </p:nvSpPr>
        <p:spPr>
          <a:xfrm>
            <a:off x="3447394" y="2615187"/>
            <a:ext cx="11385331" cy="1627626"/>
          </a:xfrm>
        </p:spPr>
        <p:txBody>
          <a:bodyPr>
            <a:normAutofit/>
          </a:bodyPr>
          <a:lstStyle/>
          <a:p>
            <a:r>
              <a:rPr lang="en-US" sz="5400" dirty="0"/>
              <a:t>SYSTEM DESIGN </a:t>
            </a:r>
            <a:endParaRPr lang="en-IN" sz="5400" dirty="0"/>
          </a:p>
        </p:txBody>
      </p:sp>
    </p:spTree>
    <p:extLst>
      <p:ext uri="{BB962C8B-B14F-4D97-AF65-F5344CB8AC3E}">
        <p14:creationId xmlns:p14="http://schemas.microsoft.com/office/powerpoint/2010/main" val="3474203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FB299-9454-4E4D-7D94-CBFF904E74F1}"/>
              </a:ext>
            </a:extLst>
          </p:cNvPr>
          <p:cNvSpPr>
            <a:spLocks noGrp="1"/>
          </p:cNvSpPr>
          <p:nvPr>
            <p:ph type="title"/>
          </p:nvPr>
        </p:nvSpPr>
        <p:spPr>
          <a:xfrm>
            <a:off x="838200" y="365126"/>
            <a:ext cx="10515600" cy="748972"/>
          </a:xfrm>
        </p:spPr>
        <p:txBody>
          <a:bodyPr/>
          <a:lstStyle/>
          <a:p>
            <a:r>
              <a:rPr lang="en-US" dirty="0"/>
              <a:t>E-R DIAGRAM </a:t>
            </a:r>
            <a:endParaRPr lang="en-IN" dirty="0"/>
          </a:p>
        </p:txBody>
      </p:sp>
      <p:pic>
        <p:nvPicPr>
          <p:cNvPr id="2050" name="Picture 2">
            <a:extLst>
              <a:ext uri="{FF2B5EF4-FFF2-40B4-BE49-F238E27FC236}">
                <a16:creationId xmlns:a16="http://schemas.microsoft.com/office/drawing/2014/main" id="{21D50F2C-6995-538A-0078-C2C9ECA53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926" y="987973"/>
            <a:ext cx="11810147" cy="5504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3631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AEF7C-C2C1-E4EA-733E-A8C0EAD75F5E}"/>
              </a:ext>
            </a:extLst>
          </p:cNvPr>
          <p:cNvSpPr>
            <a:spLocks noGrp="1"/>
          </p:cNvSpPr>
          <p:nvPr>
            <p:ph type="title"/>
          </p:nvPr>
        </p:nvSpPr>
        <p:spPr>
          <a:xfrm>
            <a:off x="2477813" y="2672254"/>
            <a:ext cx="10515600" cy="1513491"/>
          </a:xfrm>
        </p:spPr>
        <p:txBody>
          <a:bodyPr>
            <a:noAutofit/>
          </a:bodyPr>
          <a:lstStyle/>
          <a:p>
            <a:r>
              <a:rPr lang="en-US" sz="8000" dirty="0"/>
              <a:t>UML DIAGRAM </a:t>
            </a:r>
            <a:endParaRPr lang="en-IN" sz="8000" dirty="0"/>
          </a:p>
        </p:txBody>
      </p:sp>
    </p:spTree>
    <p:extLst>
      <p:ext uri="{BB962C8B-B14F-4D97-AF65-F5344CB8AC3E}">
        <p14:creationId xmlns:p14="http://schemas.microsoft.com/office/powerpoint/2010/main" val="976927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936C5-E4E2-EB0D-F57A-D6A8F53B6DF0}"/>
              </a:ext>
            </a:extLst>
          </p:cNvPr>
          <p:cNvSpPr>
            <a:spLocks noGrp="1"/>
          </p:cNvSpPr>
          <p:nvPr>
            <p:ph type="title"/>
          </p:nvPr>
        </p:nvSpPr>
        <p:spPr>
          <a:xfrm>
            <a:off x="627993" y="0"/>
            <a:ext cx="10515600" cy="1325563"/>
          </a:xfrm>
        </p:spPr>
        <p:txBody>
          <a:bodyPr>
            <a:normAutofit/>
          </a:bodyPr>
          <a:lstStyle/>
          <a:p>
            <a:r>
              <a:rPr lang="en-IN" sz="2800" i="0" u="none" strike="noStrike" dirty="0">
                <a:solidFill>
                  <a:srgbClr val="000000"/>
                </a:solidFill>
                <a:effectLst/>
                <a:latin typeface="Times New Roman" panose="02020603050405020304" pitchFamily="18" charset="0"/>
              </a:rPr>
              <a:t>USE CASE:</a:t>
            </a:r>
            <a:endParaRPr lang="en-IN" sz="2800" dirty="0"/>
          </a:p>
        </p:txBody>
      </p:sp>
      <p:pic>
        <p:nvPicPr>
          <p:cNvPr id="4098" name="Picture 2">
            <a:extLst>
              <a:ext uri="{FF2B5EF4-FFF2-40B4-BE49-F238E27FC236}">
                <a16:creationId xmlns:a16="http://schemas.microsoft.com/office/drawing/2014/main" id="{6683A214-122A-E9F7-8CD4-147685C69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539" y="851337"/>
            <a:ext cx="11254880" cy="6006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2605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CF4C-1224-19FE-9A10-E27256F1F599}"/>
              </a:ext>
            </a:extLst>
          </p:cNvPr>
          <p:cNvSpPr>
            <a:spLocks noGrp="1"/>
          </p:cNvSpPr>
          <p:nvPr>
            <p:ph type="title"/>
          </p:nvPr>
        </p:nvSpPr>
        <p:spPr>
          <a:xfrm>
            <a:off x="617483" y="0"/>
            <a:ext cx="10515600" cy="1325563"/>
          </a:xfrm>
        </p:spPr>
        <p:txBody>
          <a:bodyPr>
            <a:normAutofit/>
          </a:bodyPr>
          <a:lstStyle/>
          <a:p>
            <a:r>
              <a:rPr lang="en-IN" sz="2800" i="0" u="none" strike="noStrike" dirty="0">
                <a:solidFill>
                  <a:srgbClr val="000000"/>
                </a:solidFill>
                <a:effectLst/>
                <a:latin typeface="Times New Roman" panose="02020603050405020304" pitchFamily="18" charset="0"/>
              </a:rPr>
              <a:t>CLASS DIAGRAM:</a:t>
            </a:r>
            <a:endParaRPr lang="en-IN" sz="2800" dirty="0">
              <a:latin typeface="Times New Roman" panose="02020603050405020304" pitchFamily="18" charset="0"/>
              <a:cs typeface="Times New Roman" panose="02020603050405020304" pitchFamily="18" charset="0"/>
            </a:endParaRPr>
          </a:p>
        </p:txBody>
      </p:sp>
      <p:pic>
        <p:nvPicPr>
          <p:cNvPr id="5122" name="Picture 2">
            <a:extLst>
              <a:ext uri="{FF2B5EF4-FFF2-40B4-BE49-F238E27FC236}">
                <a16:creationId xmlns:a16="http://schemas.microsoft.com/office/drawing/2014/main" id="{D2E41A22-230B-3F14-606F-BA7C56F648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816" y="878908"/>
            <a:ext cx="11575183" cy="5938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5514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EBB0A-7E05-8028-7E32-D9F2DD9EB6FA}"/>
              </a:ext>
            </a:extLst>
          </p:cNvPr>
          <p:cNvSpPr>
            <a:spLocks noGrp="1"/>
          </p:cNvSpPr>
          <p:nvPr>
            <p:ph type="title"/>
          </p:nvPr>
        </p:nvSpPr>
        <p:spPr>
          <a:xfrm>
            <a:off x="417786" y="-170902"/>
            <a:ext cx="10515600" cy="1325563"/>
          </a:xfrm>
        </p:spPr>
        <p:txBody>
          <a:bodyPr>
            <a:normAutofit/>
          </a:bodyPr>
          <a:lstStyle/>
          <a:p>
            <a:r>
              <a:rPr lang="en-IN" sz="2800" i="0" u="none" strike="noStrike" dirty="0">
                <a:solidFill>
                  <a:srgbClr val="000000"/>
                </a:solidFill>
                <a:effectLst/>
                <a:latin typeface="Times New Roman" panose="02020603050405020304" pitchFamily="18" charset="0"/>
              </a:rPr>
              <a:t>SEQUENCE DIAGRAM:</a:t>
            </a:r>
            <a:endParaRPr lang="en-IN" sz="2800" dirty="0"/>
          </a:p>
        </p:txBody>
      </p:sp>
      <p:pic>
        <p:nvPicPr>
          <p:cNvPr id="6146" name="Picture 2">
            <a:extLst>
              <a:ext uri="{FF2B5EF4-FFF2-40B4-BE49-F238E27FC236}">
                <a16:creationId xmlns:a16="http://schemas.microsoft.com/office/drawing/2014/main" id="{5D9F3599-B1B0-579A-B94D-97DB199C5A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442" y="812371"/>
            <a:ext cx="10515600" cy="6045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1405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C34EF-DEE4-F1E2-83C2-8B86A02526B7}"/>
              </a:ext>
            </a:extLst>
          </p:cNvPr>
          <p:cNvSpPr>
            <a:spLocks noGrp="1"/>
          </p:cNvSpPr>
          <p:nvPr>
            <p:ph type="title"/>
          </p:nvPr>
        </p:nvSpPr>
        <p:spPr>
          <a:xfrm>
            <a:off x="512379" y="-210207"/>
            <a:ext cx="10515600" cy="1325563"/>
          </a:xfrm>
        </p:spPr>
        <p:txBody>
          <a:bodyPr>
            <a:normAutofit/>
          </a:bodyPr>
          <a:lstStyle/>
          <a:p>
            <a:r>
              <a:rPr lang="en-IN" sz="2800" i="0" u="none" strike="noStrike" dirty="0">
                <a:solidFill>
                  <a:srgbClr val="000000"/>
                </a:solidFill>
                <a:effectLst/>
                <a:latin typeface="Times New Roman" panose="02020603050405020304" pitchFamily="18" charset="0"/>
              </a:rPr>
              <a:t>ACTIVITY DIAGRAM:</a:t>
            </a:r>
            <a:endParaRPr lang="en-IN" sz="2800" dirty="0"/>
          </a:p>
        </p:txBody>
      </p:sp>
      <p:pic>
        <p:nvPicPr>
          <p:cNvPr id="7170" name="Picture 2">
            <a:extLst>
              <a:ext uri="{FF2B5EF4-FFF2-40B4-BE49-F238E27FC236}">
                <a16:creationId xmlns:a16="http://schemas.microsoft.com/office/drawing/2014/main" id="{64D025F8-FC2A-62ED-C467-749801CED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254" y="662153"/>
            <a:ext cx="10260725" cy="6195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3703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5F24C-D3EF-767C-8FCC-E7C02DA145F2}"/>
              </a:ext>
            </a:extLst>
          </p:cNvPr>
          <p:cNvSpPr>
            <a:spLocks noGrp="1"/>
          </p:cNvSpPr>
          <p:nvPr>
            <p:ph type="title"/>
          </p:nvPr>
        </p:nvSpPr>
        <p:spPr>
          <a:xfrm>
            <a:off x="102476" y="-149882"/>
            <a:ext cx="10515600" cy="1325563"/>
          </a:xfrm>
        </p:spPr>
        <p:txBody>
          <a:bodyPr/>
          <a:lstStyle/>
          <a:p>
            <a:r>
              <a:rPr lang="en-IN" sz="2800" i="0" u="none" strike="noStrike" dirty="0">
                <a:solidFill>
                  <a:srgbClr val="000000"/>
                </a:solidFill>
                <a:effectLst/>
                <a:latin typeface="Times New Roman" panose="02020603050405020304" pitchFamily="18" charset="0"/>
              </a:rPr>
              <a:t>COMPONENT DIAGRAM</a:t>
            </a:r>
            <a:r>
              <a:rPr lang="en-IN" sz="1800" b="1" i="0" u="none" strike="noStrike" dirty="0">
                <a:solidFill>
                  <a:srgbClr val="000000"/>
                </a:solidFill>
                <a:effectLst/>
                <a:latin typeface="Times New Roman" panose="02020603050405020304" pitchFamily="18" charset="0"/>
              </a:rPr>
              <a:t>:</a:t>
            </a:r>
            <a:endParaRPr lang="en-IN" dirty="0"/>
          </a:p>
        </p:txBody>
      </p:sp>
      <p:pic>
        <p:nvPicPr>
          <p:cNvPr id="8194" name="Picture 2">
            <a:extLst>
              <a:ext uri="{FF2B5EF4-FFF2-40B4-BE49-F238E27FC236}">
                <a16:creationId xmlns:a16="http://schemas.microsoft.com/office/drawing/2014/main" id="{0F2902B6-532F-A6C3-F228-434911FA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48033" y="882868"/>
            <a:ext cx="11256055" cy="5975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1215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D7D54-BA54-C866-8E6D-EB42B4683EA0}"/>
              </a:ext>
            </a:extLst>
          </p:cNvPr>
          <p:cNvSpPr>
            <a:spLocks noGrp="1"/>
          </p:cNvSpPr>
          <p:nvPr>
            <p:ph type="title"/>
          </p:nvPr>
        </p:nvSpPr>
        <p:spPr>
          <a:xfrm>
            <a:off x="260131" y="-336331"/>
            <a:ext cx="10515600" cy="1325563"/>
          </a:xfrm>
        </p:spPr>
        <p:txBody>
          <a:bodyPr/>
          <a:lstStyle/>
          <a:p>
            <a:r>
              <a:rPr lang="en-IN" sz="2800" i="0" u="none" strike="noStrike" dirty="0">
                <a:solidFill>
                  <a:srgbClr val="000000"/>
                </a:solidFill>
                <a:effectLst/>
                <a:latin typeface="Times New Roman" panose="02020603050405020304" pitchFamily="18" charset="0"/>
              </a:rPr>
              <a:t>DATA FLOW DIAGRAM</a:t>
            </a:r>
            <a:r>
              <a:rPr lang="en-IN" sz="1800" b="1" i="0" u="none" strike="noStrike" dirty="0">
                <a:solidFill>
                  <a:srgbClr val="000000"/>
                </a:solidFill>
                <a:effectLst/>
                <a:latin typeface="Times New Roman" panose="02020603050405020304" pitchFamily="18" charset="0"/>
              </a:rPr>
              <a:t>:</a:t>
            </a:r>
            <a:endParaRPr lang="en-IN" dirty="0"/>
          </a:p>
        </p:txBody>
      </p:sp>
      <p:pic>
        <p:nvPicPr>
          <p:cNvPr id="9218" name="Picture 2">
            <a:extLst>
              <a:ext uri="{FF2B5EF4-FFF2-40B4-BE49-F238E27FC236}">
                <a16:creationId xmlns:a16="http://schemas.microsoft.com/office/drawing/2014/main" id="{8201AC83-AE7A-9DF1-60EA-9464908E47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655" y="552118"/>
            <a:ext cx="11774214" cy="6232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570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66676-638B-B584-2F52-C9528241C930}"/>
              </a:ext>
            </a:extLst>
          </p:cNvPr>
          <p:cNvSpPr>
            <a:spLocks noGrp="1"/>
          </p:cNvSpPr>
          <p:nvPr>
            <p:ph type="title"/>
          </p:nvPr>
        </p:nvSpPr>
        <p:spPr>
          <a:xfrm>
            <a:off x="838199" y="2354959"/>
            <a:ext cx="10765221" cy="4329619"/>
          </a:xfrm>
        </p:spPr>
        <p:txBody>
          <a:bodyPr>
            <a:normAutofit fontScale="90000"/>
          </a:bodyPr>
          <a:lstStyle/>
          <a:p>
            <a:pPr rtl="0">
              <a:spcBef>
                <a:spcPts val="0"/>
              </a:spcBef>
              <a:spcAft>
                <a:spcPts val="800"/>
              </a:spcAft>
            </a:pPr>
            <a:r>
              <a:rPr lang="en-US" sz="3100" i="0" u="none" strike="noStrike" dirty="0">
                <a:solidFill>
                  <a:srgbClr val="000000"/>
                </a:solidFill>
                <a:effectLst/>
                <a:latin typeface="Times New Roman" panose="02020603050405020304" pitchFamily="18" charset="0"/>
              </a:rPr>
              <a:t>1. DATA GENERATION USING BALANCING IMAGE</a:t>
            </a:r>
            <a:br>
              <a:rPr lang="en-US" sz="3100" i="0" u="none" strike="noStrike" dirty="0">
                <a:solidFill>
                  <a:srgbClr val="000000"/>
                </a:solidFill>
                <a:effectLst/>
                <a:latin typeface="Times New Roman" panose="02020603050405020304" pitchFamily="18" charset="0"/>
              </a:rPr>
            </a:br>
            <a:br>
              <a:rPr lang="en-US" sz="3100" i="0" u="none" strike="noStrike" dirty="0">
                <a:solidFill>
                  <a:srgbClr val="000000"/>
                </a:solidFill>
                <a:effectLst/>
                <a:latin typeface="Times New Roman" panose="02020603050405020304" pitchFamily="18" charset="0"/>
              </a:rPr>
            </a:br>
            <a:r>
              <a:rPr lang="en-US" sz="3100" i="0" u="none" strike="noStrike" dirty="0">
                <a:solidFill>
                  <a:srgbClr val="000000"/>
                </a:solidFill>
                <a:effectLst/>
                <a:latin typeface="Times New Roman" panose="02020603050405020304" pitchFamily="18" charset="0"/>
              </a:rPr>
              <a:t>2. FORENSIC FREQUENCY PREDICTION BY </a:t>
            </a:r>
            <a:r>
              <a:rPr lang="en-US" sz="3100" i="0" u="none" strike="noStrike" dirty="0">
                <a:solidFill>
                  <a:srgbClr val="222222"/>
                </a:solidFill>
                <a:effectLst/>
                <a:latin typeface="Times New Roman" panose="02020603050405020304" pitchFamily="18" charset="0"/>
              </a:rPr>
              <a:t>CLAHE</a:t>
            </a:r>
            <a:br>
              <a:rPr lang="en-US" sz="3100" i="0" u="none" strike="noStrike" dirty="0">
                <a:solidFill>
                  <a:srgbClr val="222222"/>
                </a:solidFill>
                <a:effectLst/>
                <a:latin typeface="Times New Roman" panose="02020603050405020304" pitchFamily="18" charset="0"/>
              </a:rPr>
            </a:br>
            <a:br>
              <a:rPr lang="en-US" sz="3100" i="0" u="none" strike="noStrike" dirty="0">
                <a:solidFill>
                  <a:srgbClr val="000000"/>
                </a:solidFill>
                <a:effectLst/>
                <a:latin typeface="Times New Roman" panose="02020603050405020304" pitchFamily="18" charset="0"/>
              </a:rPr>
            </a:br>
            <a:r>
              <a:rPr lang="en-US" sz="3100" i="0" u="none" strike="noStrike" dirty="0">
                <a:solidFill>
                  <a:srgbClr val="000000"/>
                </a:solidFill>
                <a:effectLst/>
                <a:latin typeface="Times New Roman" panose="02020603050405020304" pitchFamily="18" charset="0"/>
              </a:rPr>
              <a:t>3. FORENSIC FREQUENCY PREDICTION USING DENTAL IMAGE</a:t>
            </a:r>
            <a:br>
              <a:rPr lang="en-US" sz="3100" i="0" u="none" strike="noStrike" dirty="0">
                <a:solidFill>
                  <a:srgbClr val="000000"/>
                </a:solidFill>
                <a:effectLst/>
                <a:latin typeface="Times New Roman" panose="02020603050405020304" pitchFamily="18" charset="0"/>
              </a:rPr>
            </a:br>
            <a:br>
              <a:rPr lang="en-US" sz="3100" i="0" u="none" strike="noStrike" dirty="0">
                <a:solidFill>
                  <a:srgbClr val="000000"/>
                </a:solidFill>
                <a:effectLst/>
                <a:latin typeface="Times New Roman" panose="02020603050405020304" pitchFamily="18" charset="0"/>
              </a:rPr>
            </a:br>
            <a:r>
              <a:rPr lang="en-US" sz="3100" i="0" u="none" strike="noStrike" dirty="0">
                <a:solidFill>
                  <a:srgbClr val="000000"/>
                </a:solidFill>
                <a:effectLst/>
                <a:latin typeface="Times New Roman" panose="02020603050405020304" pitchFamily="18" charset="0"/>
              </a:rPr>
              <a:t>4. LATENT PART LOCALIZATION</a:t>
            </a:r>
            <a:br>
              <a:rPr lang="en-US" sz="3100" i="0" u="none" strike="noStrike" dirty="0">
                <a:solidFill>
                  <a:srgbClr val="000000"/>
                </a:solidFill>
                <a:effectLst/>
                <a:latin typeface="Times New Roman" panose="02020603050405020304" pitchFamily="18" charset="0"/>
              </a:rPr>
            </a:br>
            <a:br>
              <a:rPr lang="en-US" sz="3100" i="0" u="none" strike="noStrike" dirty="0">
                <a:solidFill>
                  <a:srgbClr val="000000"/>
                </a:solidFill>
                <a:effectLst/>
                <a:latin typeface="Times New Roman" panose="02020603050405020304" pitchFamily="18" charset="0"/>
              </a:rPr>
            </a:br>
            <a:r>
              <a:rPr lang="en-US" sz="3100" i="0" u="none" strike="noStrike" dirty="0">
                <a:solidFill>
                  <a:srgbClr val="000000"/>
                </a:solidFill>
                <a:effectLst/>
                <a:latin typeface="Times New Roman" panose="02020603050405020304" pitchFamily="18" charset="0"/>
              </a:rPr>
              <a:t>5. CONTRASTIVE LEARNING WITH DSA</a:t>
            </a:r>
            <a:br>
              <a:rPr lang="en-US" sz="1600" i="0" u="none" strike="noStrike" dirty="0">
                <a:solidFill>
                  <a:srgbClr val="000000"/>
                </a:solidFill>
                <a:effectLst/>
                <a:latin typeface="Times New Roman" panose="02020603050405020304" pitchFamily="18" charset="0"/>
              </a:rPr>
            </a:br>
            <a:endParaRPr lang="en-IN" dirty="0"/>
          </a:p>
        </p:txBody>
      </p:sp>
      <p:sp>
        <p:nvSpPr>
          <p:cNvPr id="4" name="TextBox 3">
            <a:extLst>
              <a:ext uri="{FF2B5EF4-FFF2-40B4-BE49-F238E27FC236}">
                <a16:creationId xmlns:a16="http://schemas.microsoft.com/office/drawing/2014/main" id="{DAD1E11E-1EB2-680A-825A-2BF46B41B909}"/>
              </a:ext>
            </a:extLst>
          </p:cNvPr>
          <p:cNvSpPr txBox="1"/>
          <p:nvPr/>
        </p:nvSpPr>
        <p:spPr>
          <a:xfrm>
            <a:off x="1524000" y="1093075"/>
            <a:ext cx="9322676" cy="1261884"/>
          </a:xfrm>
          <a:prstGeom prst="rect">
            <a:avLst/>
          </a:prstGeom>
          <a:noFill/>
        </p:spPr>
        <p:txBody>
          <a:bodyPr wrap="square" rtlCol="0">
            <a:spAutoFit/>
          </a:bodyPr>
          <a:lstStyle/>
          <a:p>
            <a:pPr algn="ctr"/>
            <a:r>
              <a:rPr lang="en-US" sz="4000" b="1" i="0" u="none" strike="noStrike" dirty="0">
                <a:solidFill>
                  <a:srgbClr val="000000"/>
                </a:solidFill>
                <a:effectLst/>
                <a:latin typeface="Times New Roman" panose="02020603050405020304" pitchFamily="18" charset="0"/>
              </a:rPr>
              <a:t>M</a:t>
            </a:r>
            <a:r>
              <a:rPr lang="en-US" sz="3600" b="1" i="0" u="none" strike="noStrike" dirty="0">
                <a:solidFill>
                  <a:srgbClr val="000000"/>
                </a:solidFill>
                <a:effectLst/>
                <a:latin typeface="Times New Roman" panose="02020603050405020304" pitchFamily="18" charset="0"/>
              </a:rPr>
              <a:t>ODULES, DESIGN AND SPECIFICATION LIST OF MODULES</a:t>
            </a:r>
            <a:endParaRPr lang="en-IN" dirty="0"/>
          </a:p>
        </p:txBody>
      </p:sp>
    </p:spTree>
    <p:extLst>
      <p:ext uri="{BB962C8B-B14F-4D97-AF65-F5344CB8AC3E}">
        <p14:creationId xmlns:p14="http://schemas.microsoft.com/office/powerpoint/2010/main" val="4224721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11A69F-4060-3144-DB91-B57809733A46}"/>
              </a:ext>
            </a:extLst>
          </p:cNvPr>
          <p:cNvSpPr>
            <a:spLocks noGrp="1"/>
          </p:cNvSpPr>
          <p:nvPr>
            <p:ph idx="1"/>
          </p:nvPr>
        </p:nvSpPr>
        <p:spPr>
          <a:xfrm>
            <a:off x="1103312" y="777766"/>
            <a:ext cx="10090205" cy="5470633"/>
          </a:xfrm>
        </p:spPr>
        <p:txBody>
          <a:bodyPr>
            <a:noAutofit/>
          </a:bodyPr>
          <a:lstStyle/>
          <a:p>
            <a:pPr marL="0" indent="0" algn="just" rtl="0" fontAlgn="base">
              <a:spcBef>
                <a:spcPts val="0"/>
              </a:spcBef>
              <a:spcAft>
                <a:spcPts val="0"/>
              </a:spcAft>
              <a:buNone/>
            </a:pPr>
            <a:r>
              <a:rPr lang="en-US" b="1" i="0" u="none" strike="noStrike" dirty="0">
                <a:effectLst/>
                <a:latin typeface="Times New Roman" panose="02020603050405020304" pitchFamily="18" charset="0"/>
              </a:rPr>
              <a:t>DATA GENERATION USING BALANCING IMAGE</a:t>
            </a:r>
          </a:p>
          <a:p>
            <a:pPr marL="514350" algn="just" rtl="0">
              <a:spcBef>
                <a:spcPts val="0"/>
              </a:spcBef>
              <a:spcAft>
                <a:spcPts val="0"/>
              </a:spcAft>
            </a:pPr>
            <a:br>
              <a:rPr lang="en-US" b="0" dirty="0">
                <a:effectLst/>
              </a:rPr>
            </a:br>
            <a:r>
              <a:rPr lang="en-US" b="1" i="0" u="none" strike="noStrike" dirty="0">
                <a:effectLst/>
                <a:latin typeface="Times New Roman" panose="02020603050405020304" pitchFamily="18" charset="0"/>
              </a:rPr>
              <a:t>A police-department demand for the preparation of this rhetorical prediction model is that it forecast residential felony over area and time. consequently, the model classifies burglaries monthly across a regular dental image. The dental image divides town into checkerboard-like cells. At intervals every cell, information is aggregate into dental rhetorical prediction. Every cell is inhabited on a monthly basis. The space is  over one-quarter mile square. In each cases, every monthly information set may be a matrixes of  six antecedently mentioned classes. The finer resolutions permits the dental image to be interrogated with lot of elaborate eye toward the spatial data inherent within the dataset. Conversely, the lower resolution has the impact of generalizing the spatial data. It ought to be noted that although this will increase the score of dental image classification, the general accuracy of the prediction is diminished attributable to the ensuing misclassification of cold spots. We have  tendency to settle for the trade off on accuracy to own a better score on hotspots because the local department clearly encompasses a larger unconditional interest in knowing that a locality are a hotspot.</a:t>
            </a:r>
            <a:endParaRPr lang="en-US" b="0" dirty="0">
              <a:effectLst/>
            </a:endParaRPr>
          </a:p>
          <a:p>
            <a:br>
              <a:rPr lang="en-US" dirty="0"/>
            </a:br>
            <a:endParaRPr lang="en-IN" dirty="0"/>
          </a:p>
        </p:txBody>
      </p:sp>
    </p:spTree>
    <p:extLst>
      <p:ext uri="{BB962C8B-B14F-4D97-AF65-F5344CB8AC3E}">
        <p14:creationId xmlns:p14="http://schemas.microsoft.com/office/powerpoint/2010/main" val="3737829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35E49-C7B4-C0A9-9115-CAEEF1DADC40}"/>
              </a:ext>
            </a:extLst>
          </p:cNvPr>
          <p:cNvSpPr>
            <a:spLocks noGrp="1"/>
          </p:cNvSpPr>
          <p:nvPr>
            <p:ph idx="1"/>
          </p:nvPr>
        </p:nvSpPr>
        <p:spPr>
          <a:xfrm>
            <a:off x="1103312" y="515008"/>
            <a:ext cx="9491116" cy="5733392"/>
          </a:xfrm>
        </p:spPr>
        <p:txBody>
          <a:bodyPr>
            <a:normAutofit/>
          </a:bodyPr>
          <a:lstStyle/>
          <a:p>
            <a:pPr marL="0" indent="0" algn="just" rtl="0" fontAlgn="base">
              <a:spcBef>
                <a:spcPts val="0"/>
              </a:spcBef>
              <a:spcAft>
                <a:spcPts val="0"/>
              </a:spcAft>
              <a:buNone/>
            </a:pPr>
            <a:r>
              <a:rPr lang="en-US" sz="1800" b="1" i="0" u="none" strike="noStrike" dirty="0">
                <a:effectLst/>
                <a:latin typeface="Times New Roman" panose="02020603050405020304" pitchFamily="18" charset="0"/>
              </a:rPr>
              <a:t>FORENSIC FREQUENCY PREDICTION USING DENTAL IMAGE</a:t>
            </a:r>
          </a:p>
          <a:p>
            <a:pPr marL="514350" algn="just" rtl="0">
              <a:spcBef>
                <a:spcPts val="0"/>
              </a:spcBef>
              <a:spcAft>
                <a:spcPts val="0"/>
              </a:spcAft>
            </a:pPr>
            <a:r>
              <a:rPr lang="en-US" sz="1800" b="1" i="0" u="none" strike="noStrike" dirty="0">
                <a:effectLst/>
                <a:latin typeface="Times New Roman" panose="02020603050405020304" pitchFamily="18" charset="0"/>
              </a:rPr>
              <a:t>The only difference is the addition of the dental Forensic prediction attribute; an instance represents the frequency of Forensic in a particular month, for a particular FAG algorithm and postcode, and for a particular Forensic type. To find the correspondence between FAG algorithm and postcodes, the Office for National Statistics was used, which has a databases of  dental images listing postcodes and their different output areas, including FAG algorithm. This dental image database is from 2011. The lower number of data objects in this dataset compared with the FAG algorithm is due to the information on the equivalence between the CLAHE and FAG algorithm. Generally, postcodes areas cover several FAG algorithms, thus capturing information at a different geographical level which could potentially improve predictions. In terms of the performance of the algorithm CLAHE and FAG algorithm have medium correlation coefficients, while the M5P algorithm has a strong correlation coefficient between the values predicted by the model and the real values.</a:t>
            </a:r>
            <a:endParaRPr lang="en-US" b="0" dirty="0">
              <a:effectLst/>
            </a:endParaRPr>
          </a:p>
          <a:p>
            <a:br>
              <a:rPr lang="en-US" dirty="0"/>
            </a:br>
            <a:endParaRPr lang="en-IN" dirty="0"/>
          </a:p>
        </p:txBody>
      </p:sp>
    </p:spTree>
    <p:extLst>
      <p:ext uri="{BB962C8B-B14F-4D97-AF65-F5344CB8AC3E}">
        <p14:creationId xmlns:p14="http://schemas.microsoft.com/office/powerpoint/2010/main" val="2624842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CA900-610E-2A52-9BE2-FEB2D1130696}"/>
              </a:ext>
            </a:extLst>
          </p:cNvPr>
          <p:cNvSpPr>
            <a:spLocks noGrp="1"/>
          </p:cNvSpPr>
          <p:nvPr>
            <p:ph idx="1"/>
          </p:nvPr>
        </p:nvSpPr>
        <p:spPr>
          <a:xfrm>
            <a:off x="1103312" y="1271752"/>
            <a:ext cx="10153267" cy="4976647"/>
          </a:xfrm>
        </p:spPr>
        <p:txBody>
          <a:bodyPr>
            <a:normAutofit/>
          </a:bodyPr>
          <a:lstStyle/>
          <a:p>
            <a:pPr marL="171450" indent="0" algn="just">
              <a:spcBef>
                <a:spcPts val="0"/>
              </a:spcBef>
              <a:buNone/>
            </a:pPr>
            <a:r>
              <a:rPr lang="en-IN" sz="1800" b="1" i="0" u="none" strike="noStrike" dirty="0">
                <a:effectLst/>
                <a:latin typeface="Times New Roman" panose="02020603050405020304" pitchFamily="18" charset="0"/>
              </a:rPr>
              <a:t>LATENT PART LOCALIZATION</a:t>
            </a:r>
          </a:p>
          <a:p>
            <a:pPr marL="514350" algn="just" rtl="0">
              <a:spcBef>
                <a:spcPts val="0"/>
              </a:spcBef>
              <a:spcAft>
                <a:spcPts val="0"/>
              </a:spcAft>
            </a:pPr>
            <a:endParaRPr lang="en-US" sz="1800" b="1" i="0" u="none" strike="noStrike" dirty="0">
              <a:effectLst/>
              <a:latin typeface="Times New Roman" panose="02020603050405020304" pitchFamily="18" charset="0"/>
              <a:cs typeface="Times New Roman" panose="02020603050405020304" pitchFamily="18" charset="0"/>
            </a:endParaRPr>
          </a:p>
          <a:p>
            <a:pPr marL="514350" algn="just" rtl="0">
              <a:spcBef>
                <a:spcPts val="0"/>
              </a:spcBef>
              <a:spcAft>
                <a:spcPts val="0"/>
              </a:spcAft>
            </a:pPr>
            <a:r>
              <a:rPr lang="en-US" sz="1800" b="1" i="0" u="none" strike="noStrike" dirty="0">
                <a:effectLst/>
                <a:latin typeface="Times New Roman" panose="02020603050405020304" pitchFamily="18" charset="0"/>
                <a:cs typeface="Times New Roman" panose="02020603050405020304" pitchFamily="18" charset="0"/>
              </a:rPr>
              <a:t>Dental image rhetorical prediction elements square measure vital personally rhetorical. The explored rigid body elements to develop strong options. However, because of the dissatisfactory pedestrian detection algorithms and huge dental variations, the tactics of exploitation rigid body elements for native feature learning isn't the best answer. once exploitation rigid body elements, the highest half consists of enormous quantity of background. This motivates United States to be told and localize the pedestrian elements mechanically. we have a tendency to integrate CLAHE and FAG formula because the half localization internet in our projected model. The initial CLAHE is projected to expressly learn the image transformations parameters, like translation and scale. it's two main advantages: (1) it's absolutely differentiable </a:t>
            </a:r>
            <a:r>
              <a:rPr lang="en-US" sz="1800" b="1" i="0" u="none" strike="noStrike" dirty="0" err="1">
                <a:effectLst/>
                <a:latin typeface="Times New Roman" panose="02020603050405020304" pitchFamily="18" charset="0"/>
                <a:cs typeface="Times New Roman" panose="02020603050405020304" pitchFamily="18" charset="0"/>
              </a:rPr>
              <a:t>will|and</a:t>
            </a:r>
            <a:r>
              <a:rPr lang="en-US" sz="1800" b="1" i="0" u="none" strike="noStrike" dirty="0">
                <a:effectLst/>
                <a:latin typeface="Times New Roman" panose="02020603050405020304" pitchFamily="18" charset="0"/>
                <a:cs typeface="Times New Roman" panose="02020603050405020304" pitchFamily="18" charset="0"/>
              </a:rPr>
              <a:t> </a:t>
            </a:r>
            <a:r>
              <a:rPr lang="en-US" sz="1800" b="1" i="0" u="none" strike="noStrike" dirty="0" err="1">
                <a:effectLst/>
                <a:latin typeface="Times New Roman" panose="02020603050405020304" pitchFamily="18" charset="0"/>
                <a:cs typeface="Times New Roman" panose="02020603050405020304" pitchFamily="18" charset="0"/>
              </a:rPr>
              <a:t>may|and</a:t>
            </a:r>
            <a:r>
              <a:rPr lang="en-US" sz="1800" b="1" i="0" u="none" strike="noStrike" dirty="0">
                <a:effectLst/>
                <a:latin typeface="Times New Roman" panose="02020603050405020304" pitchFamily="18" charset="0"/>
                <a:cs typeface="Times New Roman" panose="02020603050405020304" pitchFamily="18" charset="0"/>
              </a:rPr>
              <a:t> might} be simply integrated into existing deep learning frameworks (2) it can learn to translate, scale and crop or warp a noteworthy regions while not to express region annotation. These facts create it terribly appropriate for pedestrian elements localization.</a:t>
            </a:r>
            <a:endParaRPr lang="en-US" sz="1800" b="0" dirty="0">
              <a:effectLst/>
              <a:latin typeface="Times New Roman" panose="02020603050405020304" pitchFamily="18" charset="0"/>
              <a:cs typeface="Times New Roman" panose="02020603050405020304" pitchFamily="18" charset="0"/>
            </a:endParaRPr>
          </a:p>
          <a:p>
            <a:br>
              <a:rPr lang="en-US" dirty="0"/>
            </a:br>
            <a:endParaRPr lang="en-IN" dirty="0"/>
          </a:p>
        </p:txBody>
      </p:sp>
    </p:spTree>
    <p:extLst>
      <p:ext uri="{BB962C8B-B14F-4D97-AF65-F5344CB8AC3E}">
        <p14:creationId xmlns:p14="http://schemas.microsoft.com/office/powerpoint/2010/main" val="3701218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522C1D-FA21-2C90-0AF9-D45EC8014EAB}"/>
              </a:ext>
            </a:extLst>
          </p:cNvPr>
          <p:cNvSpPr>
            <a:spLocks noGrp="1"/>
          </p:cNvSpPr>
          <p:nvPr>
            <p:ph idx="1"/>
          </p:nvPr>
        </p:nvSpPr>
        <p:spPr>
          <a:xfrm>
            <a:off x="1103312" y="693684"/>
            <a:ext cx="10542150" cy="5554716"/>
          </a:xfrm>
        </p:spPr>
        <p:txBody>
          <a:bodyPr>
            <a:normAutofit/>
          </a:bodyPr>
          <a:lstStyle/>
          <a:p>
            <a:pPr marL="0" indent="0" algn="just" rtl="0" fontAlgn="base">
              <a:spcBef>
                <a:spcPts val="0"/>
              </a:spcBef>
              <a:spcAft>
                <a:spcPts val="1000"/>
              </a:spcAft>
              <a:buNone/>
            </a:pPr>
            <a:r>
              <a:rPr lang="en-US" b="1" i="0" u="none" strike="noStrike" dirty="0">
                <a:effectLst/>
                <a:latin typeface="Times New Roman" panose="02020603050405020304" pitchFamily="18" charset="0"/>
              </a:rPr>
              <a:t>FORENSIC FREQUENCY PREDICTION BY CLAHE</a:t>
            </a:r>
          </a:p>
          <a:p>
            <a:pPr marL="285750" algn="just" rtl="0">
              <a:spcBef>
                <a:spcPts val="0"/>
              </a:spcBef>
              <a:spcAft>
                <a:spcPts val="1000"/>
              </a:spcAft>
            </a:pPr>
            <a:r>
              <a:rPr lang="en-US" b="1" i="0" u="none" strike="noStrike" dirty="0">
                <a:effectLst/>
                <a:latin typeface="Times New Roman" panose="02020603050405020304" pitchFamily="18" charset="0"/>
              </a:rPr>
              <a:t>This experiment investigates the prediction of Forensic frequency by CLAHE algorithm. The procedure used in the experiment, outlining the four middle steps of the CLAHE algorithm methodology data understanding, data preparation, modeling and evaluation. The first stage in the Data Understanding step was to integrate the data into one dataset by aggregating the monthly files. All experiments started with this dataset. For the purpose of this experiment, the frequency per month, per CLAHE algorithm, for each Forensic type was computed an instance represents the frequency of Forensic for a particular month, CLAHE algorithm and Forensic type. This aggregation meant that some of the attributes that were relevant for individual Forensic became irrelevant for a monthly record of Forensic frequency. These attributes are: Forensic ID, age, father name, Forensic details in the dataset for this experiment included attributes: The instances from the original dataset that had missing values for CLAHE algorithm name were excluded.</a:t>
            </a:r>
            <a:endParaRPr lang="en-US" b="0" dirty="0">
              <a:effectLst/>
            </a:endParaRPr>
          </a:p>
          <a:p>
            <a:br>
              <a:rPr lang="en-US" dirty="0"/>
            </a:br>
            <a:endParaRPr lang="en-IN" dirty="0"/>
          </a:p>
        </p:txBody>
      </p:sp>
    </p:spTree>
    <p:extLst>
      <p:ext uri="{BB962C8B-B14F-4D97-AF65-F5344CB8AC3E}">
        <p14:creationId xmlns:p14="http://schemas.microsoft.com/office/powerpoint/2010/main" val="644183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4181EE-67FA-42D5-7DC3-4DFCEB0A0F61}"/>
              </a:ext>
            </a:extLst>
          </p:cNvPr>
          <p:cNvSpPr>
            <a:spLocks noGrp="1"/>
          </p:cNvSpPr>
          <p:nvPr>
            <p:ph idx="1"/>
          </p:nvPr>
        </p:nvSpPr>
        <p:spPr>
          <a:xfrm>
            <a:off x="1103312" y="662152"/>
            <a:ext cx="10048164" cy="5586247"/>
          </a:xfrm>
        </p:spPr>
        <p:txBody>
          <a:bodyPr>
            <a:noAutofit/>
          </a:bodyPr>
          <a:lstStyle/>
          <a:p>
            <a:pPr marL="0" indent="0" algn="just" rtl="0" fontAlgn="base">
              <a:spcBef>
                <a:spcPts val="0"/>
              </a:spcBef>
              <a:spcAft>
                <a:spcPts val="1000"/>
              </a:spcAft>
              <a:buNone/>
            </a:pPr>
            <a:r>
              <a:rPr lang="en-US" sz="1600" b="1" i="0" u="none" strike="noStrike" dirty="0">
                <a:effectLst/>
                <a:latin typeface="Times New Roman" panose="02020603050405020304" pitchFamily="18" charset="0"/>
                <a:cs typeface="Times New Roman" panose="02020603050405020304" pitchFamily="18" charset="0"/>
              </a:rPr>
              <a:t>CONTRASTIVE LEARNING WITH DSA</a:t>
            </a:r>
          </a:p>
          <a:p>
            <a:pPr algn="just" rtl="0">
              <a:spcBef>
                <a:spcPts val="0"/>
              </a:spcBef>
              <a:spcAft>
                <a:spcPts val="1000"/>
              </a:spcAft>
            </a:pPr>
            <a:r>
              <a:rPr lang="en-US" sz="1600" b="1" i="0" u="none" strike="noStrike" dirty="0">
                <a:effectLst/>
                <a:latin typeface="Times New Roman" panose="02020603050405020304" pitchFamily="18" charset="0"/>
                <a:cs typeface="Times New Roman" panose="02020603050405020304" pitchFamily="18" charset="0"/>
              </a:rPr>
              <a:t>We hand out </a:t>
            </a:r>
            <a:r>
              <a:rPr lang="en-US" sz="1600" b="1" i="0" u="none" strike="noStrike" dirty="0" err="1">
                <a:effectLst/>
                <a:latin typeface="Times New Roman" panose="02020603050405020304" pitchFamily="18" charset="0"/>
                <a:cs typeface="Times New Roman" panose="02020603050405020304" pitchFamily="18" charset="0"/>
              </a:rPr>
              <a:t>FoID</a:t>
            </a:r>
            <a:r>
              <a:rPr lang="en-US" sz="1600" b="1" i="0" u="none" strike="noStrike" dirty="0">
                <a:effectLst/>
                <a:latin typeface="Times New Roman" panose="02020603050405020304" pitchFamily="18" charset="0"/>
                <a:cs typeface="Times New Roman" panose="02020603050405020304" pitchFamily="18" charset="0"/>
              </a:rPr>
              <a:t> by 1st describing its building elements then the multi-task learning strategy. </a:t>
            </a:r>
            <a:r>
              <a:rPr lang="en-US" sz="1600" b="1" i="0" u="none" strike="noStrike" dirty="0" err="1">
                <a:effectLst/>
                <a:latin typeface="Times New Roman" panose="02020603050405020304" pitchFamily="18" charset="0"/>
                <a:cs typeface="Times New Roman" panose="02020603050405020304" pitchFamily="18" charset="0"/>
              </a:rPr>
              <a:t>FoID</a:t>
            </a:r>
            <a:r>
              <a:rPr lang="en-US" sz="1600" b="1" i="0" u="none" strike="noStrike" dirty="0">
                <a:effectLst/>
                <a:latin typeface="Times New Roman" panose="02020603050405020304" pitchFamily="18" charset="0"/>
                <a:cs typeface="Times New Roman" panose="02020603050405020304" pitchFamily="18" charset="0"/>
              </a:rPr>
              <a:t> maps every scan instances into associate degree embedding. Given a question  instance, we tend to calculate the similarities between the question and every one the gallery instances within the embedding house and come back the graded retrieval list. to attain effective illustration learning, augmentations that cowl the potential anatomical variations as in clinics is that the key. The planned DSA consists four kinds of parameters impressed by rhetorical observations, and is severally applied to every attention patch on the fly.  </a:t>
            </a:r>
            <a:endParaRPr lang="en-US" sz="1600" b="0" dirty="0">
              <a:effectLst/>
              <a:latin typeface="Times New Roman" panose="02020603050405020304" pitchFamily="18" charset="0"/>
              <a:cs typeface="Times New Roman" panose="02020603050405020304" pitchFamily="18" charset="0"/>
            </a:endParaRPr>
          </a:p>
          <a:p>
            <a:pPr algn="just" rtl="0">
              <a:spcBef>
                <a:spcPts val="0"/>
              </a:spcBef>
              <a:spcAft>
                <a:spcPts val="1000"/>
              </a:spcAft>
            </a:pPr>
            <a:r>
              <a:rPr lang="en-US" sz="1600" b="1" i="0" u="none" strike="noStrike" dirty="0">
                <a:effectLst/>
                <a:latin typeface="Times New Roman" panose="02020603050405020304" pitchFamily="18" charset="0"/>
                <a:cs typeface="Times New Roman" panose="02020603050405020304" pitchFamily="18" charset="0"/>
              </a:rPr>
              <a:t>(</a:t>
            </a:r>
            <a:r>
              <a:rPr lang="en-US" sz="1600" b="1" i="0" u="none" strike="noStrike" dirty="0" err="1">
                <a:effectLst/>
                <a:latin typeface="Times New Roman" panose="02020603050405020304" pitchFamily="18" charset="0"/>
                <a:cs typeface="Times New Roman" panose="02020603050405020304" pitchFamily="18" charset="0"/>
              </a:rPr>
              <a:t>i</a:t>
            </a:r>
            <a:r>
              <a:rPr lang="en-US" sz="1600" b="1" i="0" u="none" strike="noStrike" dirty="0">
                <a:effectLst/>
                <a:latin typeface="Times New Roman" panose="02020603050405020304" pitchFamily="18" charset="0"/>
                <a:cs typeface="Times New Roman" panose="02020603050405020304" pitchFamily="18" charset="0"/>
              </a:rPr>
              <a:t>) Random tooth reduction that aims to simulate tooth loss caused by injury or inventions  </a:t>
            </a:r>
            <a:endParaRPr lang="en-US" sz="1600" b="0" dirty="0">
              <a:effectLst/>
              <a:latin typeface="Times New Roman" panose="02020603050405020304" pitchFamily="18" charset="0"/>
              <a:cs typeface="Times New Roman" panose="02020603050405020304" pitchFamily="18" charset="0"/>
            </a:endParaRPr>
          </a:p>
          <a:p>
            <a:pPr algn="just" rtl="0">
              <a:spcBef>
                <a:spcPts val="0"/>
              </a:spcBef>
              <a:spcAft>
                <a:spcPts val="1000"/>
              </a:spcAft>
            </a:pPr>
            <a:r>
              <a:rPr lang="en-US" sz="1600" b="1" i="0" u="none" strike="noStrike" dirty="0">
                <a:effectLst/>
                <a:latin typeface="Times New Roman" panose="02020603050405020304" pitchFamily="18" charset="0"/>
                <a:cs typeface="Times New Roman" panose="02020603050405020304" pitchFamily="18" charset="0"/>
              </a:rPr>
              <a:t>(ii) Random physical object addition that adds patches of versatile shapes to crown or tooth regions such augmentation aims to simulate the common artifacts of dental filling, implant, and brace.</a:t>
            </a:r>
            <a:endParaRPr lang="en-US" sz="1600" b="0" dirty="0">
              <a:effectLst/>
              <a:latin typeface="Times New Roman" panose="02020603050405020304" pitchFamily="18" charset="0"/>
              <a:cs typeface="Times New Roman" panose="02020603050405020304" pitchFamily="18" charset="0"/>
            </a:endParaRPr>
          </a:p>
          <a:p>
            <a:pPr algn="just" rtl="0">
              <a:spcBef>
                <a:spcPts val="0"/>
              </a:spcBef>
              <a:spcAft>
                <a:spcPts val="1000"/>
              </a:spcAft>
            </a:pPr>
            <a:r>
              <a:rPr lang="en-US" sz="1600" b="1" i="0" u="none" strike="noStrike" dirty="0">
                <a:effectLst/>
                <a:latin typeface="Times New Roman" panose="02020603050405020304" pitchFamily="18" charset="0"/>
                <a:cs typeface="Times New Roman" panose="02020603050405020304" pitchFamily="18" charset="0"/>
              </a:rPr>
              <a:t>(iii) Random rigid patch rework at intervals a spread of angles and displacements. The augmentation not solely enforces read comparison as within the commonplace instance discrimination learning, however conjointly simulates world teeth arrangement changes, since the rework is performed for patches severally.</a:t>
            </a:r>
            <a:endParaRPr lang="en-US" sz="1600" b="0" dirty="0">
              <a:effectLst/>
              <a:latin typeface="Times New Roman" panose="02020603050405020304" pitchFamily="18" charset="0"/>
              <a:cs typeface="Times New Roman" panose="02020603050405020304" pitchFamily="18" charset="0"/>
            </a:endParaRPr>
          </a:p>
          <a:p>
            <a:pPr algn="just" rtl="0">
              <a:spcBef>
                <a:spcPts val="0"/>
              </a:spcBef>
              <a:spcAft>
                <a:spcPts val="1000"/>
              </a:spcAft>
            </a:pPr>
            <a:r>
              <a:rPr lang="en-US" sz="1600" b="1" i="0" u="none" strike="noStrike" dirty="0">
                <a:effectLst/>
                <a:latin typeface="Times New Roman" panose="02020603050405020304" pitchFamily="18" charset="0"/>
                <a:cs typeface="Times New Roman" panose="02020603050405020304" pitchFamily="18" charset="0"/>
              </a:rPr>
              <a:t>(iv) Random </a:t>
            </a:r>
            <a:r>
              <a:rPr lang="en-US" sz="1600" b="1" i="0" u="none" strike="noStrike" dirty="0" err="1">
                <a:effectLst/>
                <a:latin typeface="Times New Roman" panose="02020603050405020304" pitchFamily="18" charset="0"/>
                <a:cs typeface="Times New Roman" panose="02020603050405020304" pitchFamily="18" charset="0"/>
              </a:rPr>
              <a:t>colour</a:t>
            </a:r>
            <a:r>
              <a:rPr lang="en-US" sz="1600" b="1" i="0" u="none" strike="noStrike" dirty="0">
                <a:effectLst/>
                <a:latin typeface="Times New Roman" panose="02020603050405020304" pitchFamily="18" charset="0"/>
                <a:cs typeface="Times New Roman" panose="02020603050405020304" pitchFamily="18" charset="0"/>
              </a:rPr>
              <a:t> disturbance of distinction shifting and Gaussian noise at intervals designed ranges for simulating totally different scanning setup and machine noises. additional details concerning the implementation of DSA area unit enclosed.</a:t>
            </a:r>
            <a:endParaRPr lang="en-US" sz="1600" b="0" dirty="0">
              <a:effectLst/>
              <a:latin typeface="Times New Roman" panose="02020603050405020304" pitchFamily="18" charset="0"/>
              <a:cs typeface="Times New Roman" panose="02020603050405020304" pitchFamily="18" charset="0"/>
            </a:endParaRPr>
          </a:p>
          <a:p>
            <a:br>
              <a:rPr lang="en-US"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6045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004E0-57EF-4DF3-02F7-B2957512F524}"/>
              </a:ext>
            </a:extLst>
          </p:cNvPr>
          <p:cNvSpPr>
            <a:spLocks noGrp="1"/>
          </p:cNvSpPr>
          <p:nvPr>
            <p:ph type="title"/>
          </p:nvPr>
        </p:nvSpPr>
        <p:spPr>
          <a:xfrm>
            <a:off x="646111" y="452717"/>
            <a:ext cx="9404723" cy="3793461"/>
          </a:xfrm>
        </p:spPr>
        <p:txBody>
          <a:bodyPr/>
          <a:lstStyle/>
          <a:p>
            <a:pPr algn="ctr" rtl="0">
              <a:spcBef>
                <a:spcPts val="0"/>
              </a:spcBef>
              <a:spcAft>
                <a:spcPts val="800"/>
              </a:spcAft>
            </a:pPr>
            <a:r>
              <a:rPr lang="en-US" sz="4800" b="1" i="0" u="none" strike="noStrike" dirty="0">
                <a:solidFill>
                  <a:schemeClr val="tx1"/>
                </a:solidFill>
                <a:effectLst/>
                <a:latin typeface="Times New Roman" panose="02020603050405020304" pitchFamily="18" charset="0"/>
              </a:rPr>
              <a:t>ALGORITHM:</a:t>
            </a:r>
            <a:br>
              <a:rPr lang="en-US" sz="4800" b="1" i="0" u="none" strike="noStrike" dirty="0">
                <a:solidFill>
                  <a:schemeClr val="tx1"/>
                </a:solidFill>
                <a:effectLst/>
                <a:latin typeface="Times New Roman" panose="02020603050405020304" pitchFamily="18" charset="0"/>
              </a:rPr>
            </a:br>
            <a:br>
              <a:rPr lang="en-US" sz="4800" b="0" dirty="0">
                <a:solidFill>
                  <a:schemeClr val="tx1"/>
                </a:solidFill>
                <a:effectLst/>
              </a:rPr>
            </a:br>
            <a:r>
              <a:rPr lang="en-US" sz="4800" b="1" i="0" u="none" strike="noStrike" dirty="0">
                <a:solidFill>
                  <a:schemeClr val="tx1"/>
                </a:solidFill>
                <a:effectLst/>
                <a:latin typeface="Times New Roman" panose="02020603050405020304" pitchFamily="18" charset="0"/>
              </a:rPr>
              <a:t>1. contrast limited adaptive histogram equalization (CLAHE)</a:t>
            </a:r>
            <a:br>
              <a:rPr lang="en-US" sz="4800" b="1" i="0" u="none" strike="noStrike" dirty="0">
                <a:solidFill>
                  <a:schemeClr val="tx1"/>
                </a:solidFill>
                <a:effectLst/>
                <a:latin typeface="Times New Roman" panose="02020603050405020304" pitchFamily="18" charset="0"/>
              </a:rPr>
            </a:br>
            <a:br>
              <a:rPr lang="en-US" sz="6000" b="0" dirty="0">
                <a:solidFill>
                  <a:schemeClr val="tx1"/>
                </a:solidFill>
                <a:effectLst/>
              </a:rPr>
            </a:br>
            <a:r>
              <a:rPr lang="en-US" sz="4800" b="1" i="0" u="none" strike="noStrike" dirty="0">
                <a:solidFill>
                  <a:schemeClr val="tx1"/>
                </a:solidFill>
                <a:effectLst/>
                <a:latin typeface="Times New Roman" panose="02020603050405020304" pitchFamily="18" charset="0"/>
              </a:rPr>
              <a:t>2 fuzzy adaptive gamma (FAG)</a:t>
            </a:r>
            <a:br>
              <a:rPr lang="en-US" sz="4800" b="1" i="0" u="none" strike="noStrike" dirty="0">
                <a:solidFill>
                  <a:schemeClr val="tx1"/>
                </a:solidFill>
                <a:effectLst/>
                <a:latin typeface="Times New Roman" panose="02020603050405020304" pitchFamily="18" charset="0"/>
              </a:rPr>
            </a:br>
            <a:br>
              <a:rPr lang="en-US" sz="5400" b="1" i="0" u="none" strike="noStrike" dirty="0">
                <a:solidFill>
                  <a:schemeClr val="tx1"/>
                </a:solidFill>
                <a:effectLst/>
                <a:latin typeface="Times New Roman" panose="02020603050405020304" pitchFamily="18" charset="0"/>
              </a:rPr>
            </a:br>
            <a:br>
              <a:rPr lang="en-US" sz="2400" b="0" dirty="0">
                <a:effectLst/>
              </a:rPr>
            </a:br>
            <a:br>
              <a:rPr lang="en-US" sz="2400" dirty="0"/>
            </a:br>
            <a:br>
              <a:rPr lang="en-US" sz="5400" b="0" dirty="0">
                <a:solidFill>
                  <a:schemeClr val="tx1"/>
                </a:solidFill>
                <a:effectLst/>
              </a:rPr>
            </a:br>
            <a:br>
              <a:rPr lang="en-US" dirty="0"/>
            </a:br>
            <a:endParaRPr lang="en-IN" dirty="0"/>
          </a:p>
        </p:txBody>
      </p:sp>
    </p:spTree>
    <p:extLst>
      <p:ext uri="{BB962C8B-B14F-4D97-AF65-F5344CB8AC3E}">
        <p14:creationId xmlns:p14="http://schemas.microsoft.com/office/powerpoint/2010/main" val="3665814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3987A-FEDA-79CF-FCFA-6A4BD73E8F83}"/>
              </a:ext>
            </a:extLst>
          </p:cNvPr>
          <p:cNvSpPr>
            <a:spLocks noGrp="1"/>
          </p:cNvSpPr>
          <p:nvPr>
            <p:ph idx="1"/>
          </p:nvPr>
        </p:nvSpPr>
        <p:spPr>
          <a:xfrm>
            <a:off x="501806" y="490654"/>
            <a:ext cx="10850136" cy="5757746"/>
          </a:xfrm>
        </p:spPr>
        <p:txBody>
          <a:bodyPr>
            <a:noAutofit/>
          </a:bodyPr>
          <a:lstStyle/>
          <a:p>
            <a:r>
              <a:rPr lang="en-US" sz="3200" b="1" i="0" u="sng" strike="noStrike" dirty="0">
                <a:effectLst/>
                <a:latin typeface="Times New Roman" panose="02020603050405020304" pitchFamily="18" charset="0"/>
                <a:cs typeface="Times New Roman" panose="02020603050405020304" pitchFamily="18" charset="0"/>
              </a:rPr>
              <a:t>Contrast restricted adaptational bar graph leveling (CLAHE) </a:t>
            </a:r>
          </a:p>
          <a:p>
            <a:pPr marL="0" indent="0">
              <a:buNone/>
            </a:pPr>
            <a:r>
              <a:rPr lang="en-US" b="1" i="0" u="none" strike="noStrike" dirty="0">
                <a:effectLst/>
                <a:latin typeface="Times New Roman" panose="02020603050405020304" pitchFamily="18" charset="0"/>
                <a:cs typeface="Times New Roman" panose="02020603050405020304" pitchFamily="18" charset="0"/>
              </a:rPr>
              <a:t>algorithmic program was used because the initial technique for enhancing the distinction between veins and also the background. The careful step of the CLAHE algorithms square measure explained as follows. Image is rotten into variety of continuous and non-overlapping discourse regions. A bar graph for every of those discourse regions is computed.  Clip limit could be a threshold parameter for effectively </a:t>
            </a:r>
            <a:r>
              <a:rPr lang="en-US" b="1" i="0" u="none" strike="noStrike" dirty="0" err="1">
                <a:effectLst/>
                <a:latin typeface="Times New Roman" panose="02020603050405020304" pitchFamily="18" charset="0"/>
                <a:cs typeface="Times New Roman" panose="02020603050405020304" pitchFamily="18" charset="0"/>
              </a:rPr>
              <a:t>sterilisation</a:t>
            </a:r>
            <a:r>
              <a:rPr lang="en-US" b="1" i="0" u="none" strike="noStrike" dirty="0">
                <a:effectLst/>
                <a:latin typeface="Times New Roman" panose="02020603050405020304" pitchFamily="18" charset="0"/>
                <a:cs typeface="Times New Roman" panose="02020603050405020304" pitchFamily="18" charset="0"/>
              </a:rPr>
              <a:t> the distinction of the image. Thus, associate degree applicable price of clip limit is set supported trial-and-error to extend the native image regions. The bar graph of every discourse region is clipped on top of the brink. The transformation perform for every clipped bar graph is applied to perform equalize greyscale mapping. The mathematical expression for remodel intensity price into uniform distribution is given as</a:t>
            </a:r>
            <a:br>
              <a:rPr lang="en-US" b="1" dirty="0">
                <a:effectLst/>
                <a:latin typeface="Times New Roman" panose="02020603050405020304" pitchFamily="18" charset="0"/>
                <a:cs typeface="Times New Roman" panose="02020603050405020304" pitchFamily="18" charset="0"/>
              </a:rPr>
            </a:br>
            <a:r>
              <a:rPr lang="en-US" b="1" i="0" u="none" strike="noStrike" dirty="0">
                <a:effectLst/>
                <a:latin typeface="Times New Roman" panose="02020603050405020304" pitchFamily="18" charset="0"/>
                <a:cs typeface="Times New Roman" panose="02020603050405020304" pitchFamily="18" charset="0"/>
              </a:rPr>
              <a:t>g = [</a:t>
            </a:r>
            <a:r>
              <a:rPr lang="en-US" b="1" i="0" u="none" strike="noStrike" dirty="0" err="1">
                <a:effectLst/>
                <a:latin typeface="Times New Roman" panose="02020603050405020304" pitchFamily="18" charset="0"/>
                <a:cs typeface="Times New Roman" panose="02020603050405020304" pitchFamily="18" charset="0"/>
              </a:rPr>
              <a:t>gmax</a:t>
            </a:r>
            <a:r>
              <a:rPr lang="en-US" b="1" i="0" u="none" strike="noStrike" dirty="0">
                <a:effectLst/>
                <a:latin typeface="Times New Roman" panose="02020603050405020304" pitchFamily="18" charset="0"/>
                <a:cs typeface="Times New Roman" panose="02020603050405020304" pitchFamily="18" charset="0"/>
              </a:rPr>
              <a:t> − </a:t>
            </a:r>
            <a:r>
              <a:rPr lang="en-US" b="1" i="0" u="none" strike="noStrike" dirty="0" err="1">
                <a:effectLst/>
                <a:latin typeface="Times New Roman" panose="02020603050405020304" pitchFamily="18" charset="0"/>
                <a:cs typeface="Times New Roman" panose="02020603050405020304" pitchFamily="18" charset="0"/>
              </a:rPr>
              <a:t>gmin</a:t>
            </a:r>
            <a:r>
              <a:rPr lang="en-US" b="1" i="0" u="none" strike="noStrike" dirty="0">
                <a:effectLst/>
                <a:latin typeface="Times New Roman" panose="02020603050405020304" pitchFamily="18" charset="0"/>
                <a:cs typeface="Times New Roman" panose="02020603050405020304" pitchFamily="18" charset="0"/>
              </a:rPr>
              <a:t>] ∗ P(f) + </a:t>
            </a:r>
            <a:r>
              <a:rPr lang="en-US" b="1" i="0" u="none" strike="noStrike" dirty="0" err="1">
                <a:effectLst/>
                <a:latin typeface="Times New Roman" panose="02020603050405020304" pitchFamily="18" charset="0"/>
                <a:cs typeface="Times New Roman" panose="02020603050405020304" pitchFamily="18" charset="0"/>
              </a:rPr>
              <a:t>gmin</a:t>
            </a:r>
            <a:r>
              <a:rPr lang="en-US" b="1" i="0" u="none" strike="noStrike" dirty="0">
                <a:effectLst/>
                <a:latin typeface="Times New Roman" panose="02020603050405020304" pitchFamily="18" charset="0"/>
                <a:cs typeface="Times New Roman" panose="02020603050405020304" pitchFamily="18" charset="0"/>
              </a:rPr>
              <a:t> (1)</a:t>
            </a:r>
            <a:br>
              <a:rPr lang="en-US" b="1" dirty="0">
                <a:effectLst/>
                <a:latin typeface="Times New Roman" panose="02020603050405020304" pitchFamily="18" charset="0"/>
                <a:cs typeface="Times New Roman" panose="02020603050405020304" pitchFamily="18" charset="0"/>
              </a:rPr>
            </a:br>
            <a:r>
              <a:rPr lang="en-US" b="1" i="0" u="none" strike="noStrike" dirty="0">
                <a:effectLst/>
                <a:latin typeface="Times New Roman" panose="02020603050405020304" pitchFamily="18" charset="0"/>
                <a:cs typeface="Times New Roman" panose="02020603050405020304" pitchFamily="18" charset="0"/>
              </a:rPr>
              <a:t>where </a:t>
            </a:r>
            <a:r>
              <a:rPr lang="en-US" b="1" i="0" u="none" strike="noStrike" dirty="0" err="1">
                <a:effectLst/>
                <a:latin typeface="Times New Roman" panose="02020603050405020304" pitchFamily="18" charset="0"/>
                <a:cs typeface="Times New Roman" panose="02020603050405020304" pitchFamily="18" charset="0"/>
              </a:rPr>
              <a:t>gmax</a:t>
            </a:r>
            <a:r>
              <a:rPr lang="en-US" b="1" i="0" u="none" strike="noStrike" dirty="0">
                <a:effectLst/>
                <a:latin typeface="Times New Roman" panose="02020603050405020304" pitchFamily="18" charset="0"/>
                <a:cs typeface="Times New Roman" panose="02020603050405020304" pitchFamily="18" charset="0"/>
              </a:rPr>
              <a:t> is maximum pixel value,</a:t>
            </a:r>
            <a:br>
              <a:rPr lang="en-US" b="1" dirty="0">
                <a:effectLst/>
                <a:latin typeface="Times New Roman" panose="02020603050405020304" pitchFamily="18" charset="0"/>
                <a:cs typeface="Times New Roman" panose="02020603050405020304" pitchFamily="18" charset="0"/>
              </a:rPr>
            </a:br>
            <a:r>
              <a:rPr lang="en-US" b="1" i="0" u="none" strike="noStrike" dirty="0" err="1">
                <a:effectLst/>
                <a:latin typeface="Times New Roman" panose="02020603050405020304" pitchFamily="18" charset="0"/>
                <a:cs typeface="Times New Roman" panose="02020603050405020304" pitchFamily="18" charset="0"/>
              </a:rPr>
              <a:t>gmax</a:t>
            </a:r>
            <a:r>
              <a:rPr lang="en-US" b="1" i="0" u="none" strike="noStrike" dirty="0">
                <a:effectLst/>
                <a:latin typeface="Times New Roman" panose="02020603050405020304" pitchFamily="18" charset="0"/>
                <a:cs typeface="Times New Roman" panose="02020603050405020304" pitchFamily="18" charset="0"/>
              </a:rPr>
              <a:t> is minimum pixel value,</a:t>
            </a:r>
            <a:br>
              <a:rPr lang="en-US" b="1" dirty="0">
                <a:effectLst/>
                <a:latin typeface="Times New Roman" panose="02020603050405020304" pitchFamily="18" charset="0"/>
                <a:cs typeface="Times New Roman" panose="02020603050405020304" pitchFamily="18" charset="0"/>
              </a:rPr>
            </a:br>
            <a:r>
              <a:rPr lang="en-US" b="1" i="0" u="none" strike="noStrike" dirty="0">
                <a:effectLst/>
                <a:latin typeface="Times New Roman" panose="02020603050405020304" pitchFamily="18" charset="0"/>
                <a:cs typeface="Times New Roman" panose="02020603050405020304" pitchFamily="18" charset="0"/>
              </a:rPr>
              <a:t>g is computed pixel value,</a:t>
            </a:r>
            <a:br>
              <a:rPr lang="en-US" b="1" dirty="0">
                <a:effectLst/>
                <a:latin typeface="Times New Roman" panose="02020603050405020304" pitchFamily="18" charset="0"/>
                <a:cs typeface="Times New Roman" panose="02020603050405020304" pitchFamily="18" charset="0"/>
              </a:rPr>
            </a:br>
            <a:r>
              <a:rPr lang="en-US" b="1" i="0" u="none" strike="noStrike" dirty="0">
                <a:effectLst/>
                <a:latin typeface="Times New Roman" panose="02020603050405020304" pitchFamily="18" charset="0"/>
                <a:cs typeface="Times New Roman" panose="02020603050405020304" pitchFamily="18" charset="0"/>
              </a:rPr>
              <a:t>P(f) is a cumulative probability distribution.</a:t>
            </a:r>
            <a:br>
              <a:rPr lang="en-US" b="1" dirty="0">
                <a:effectLst/>
                <a:latin typeface="Times New Roman" panose="02020603050405020304" pitchFamily="18" charset="0"/>
                <a:cs typeface="Times New Roman" panose="02020603050405020304" pitchFamily="18" charset="0"/>
              </a:rPr>
            </a:br>
            <a:r>
              <a:rPr lang="en-US" b="1" i="0" u="none" strike="noStrike" dirty="0">
                <a:effectLst/>
                <a:latin typeface="Times New Roman" panose="02020603050405020304" pitchFamily="18" charset="0"/>
                <a:cs typeface="Times New Roman" panose="02020603050405020304" pitchFamily="18" charset="0"/>
              </a:rPr>
              <a:t>The neighboring regions are combined using bilinear interpolation to create an enhanced image without artificially induced boundary</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9104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BE904C-3E81-C66B-D3EE-6B3276A3C4B8}"/>
              </a:ext>
            </a:extLst>
          </p:cNvPr>
          <p:cNvSpPr>
            <a:spLocks noGrp="1"/>
          </p:cNvSpPr>
          <p:nvPr>
            <p:ph idx="1"/>
          </p:nvPr>
        </p:nvSpPr>
        <p:spPr>
          <a:xfrm>
            <a:off x="345688" y="178420"/>
            <a:ext cx="11363092" cy="6188926"/>
          </a:xfrm>
        </p:spPr>
        <p:txBody>
          <a:bodyPr>
            <a:noAutofit/>
          </a:bodyPr>
          <a:lstStyle/>
          <a:p>
            <a:pPr algn="just" rtl="0">
              <a:spcBef>
                <a:spcPts val="0"/>
              </a:spcBef>
              <a:spcAft>
                <a:spcPts val="800"/>
              </a:spcAft>
            </a:pPr>
            <a:r>
              <a:rPr lang="en-US" sz="2400" b="1" i="0" u="none" strike="noStrike" dirty="0">
                <a:effectLst/>
                <a:latin typeface="Times New Roman" panose="02020603050405020304" pitchFamily="18" charset="0"/>
              </a:rPr>
              <a:t>fuzzy adaptive gamma (FAG)</a:t>
            </a:r>
            <a:endParaRPr lang="en-US" sz="2400" dirty="0"/>
          </a:p>
          <a:p>
            <a:pPr marL="0" indent="0" algn="just" rtl="0">
              <a:spcBef>
                <a:spcPts val="0"/>
              </a:spcBef>
              <a:spcAft>
                <a:spcPts val="800"/>
              </a:spcAft>
              <a:buNone/>
            </a:pPr>
            <a:r>
              <a:rPr lang="en-US" sz="1800" b="1" i="0" u="none" strike="noStrike" dirty="0">
                <a:effectLst/>
                <a:latin typeface="Times New Roman" panose="02020603050405020304" pitchFamily="18" charset="0"/>
              </a:rPr>
              <a:t>The fuzzy reconciling gamma (FAG) algorithmic rule was used because the second technique to boost the distinction between veins and also the background. The planned FAG image sweetening involves 3 stages: fuzzification, modification of membership values, and defuzzification.</a:t>
            </a:r>
            <a:endParaRPr lang="en-US" sz="1800" b="0" dirty="0">
              <a:effectLst/>
            </a:endParaRPr>
          </a:p>
          <a:p>
            <a:pPr algn="just" rtl="0">
              <a:spcBef>
                <a:spcPts val="0"/>
              </a:spcBef>
              <a:spcAft>
                <a:spcPts val="800"/>
              </a:spcAft>
            </a:pPr>
            <a:r>
              <a:rPr lang="en-US" sz="1800" b="1" i="0" u="none" strike="noStrike" dirty="0">
                <a:effectLst/>
                <a:latin typeface="Times New Roman" panose="02020603050405020304" pitchFamily="18" charset="0"/>
              </a:rPr>
              <a:t>Fuzzification: Fuzzification may be a step to see the degree to that computer file belongs to every of the suitable fuzzy sets via the membership operate. Hence, this work involves changing greyscale </a:t>
            </a:r>
            <a:r>
              <a:rPr lang="en-US" sz="1800" b="1" i="0" u="none" strike="noStrike" dirty="0" err="1">
                <a:effectLst/>
                <a:latin typeface="Times New Roman" panose="02020603050405020304" pitchFamily="18" charset="0"/>
              </a:rPr>
              <a:t>worths</a:t>
            </a:r>
            <a:r>
              <a:rPr lang="en-US" sz="1800" b="1" i="0" u="none" strike="noStrike" dirty="0">
                <a:effectLst/>
                <a:latin typeface="Times New Roman" panose="02020603050405020304" pitchFamily="18" charset="0"/>
              </a:rPr>
              <a:t> of dorsal hand vein image as AN input to the fuzzy domain whose value ranges between zero and one employing a linear operate. The linear operate is expressed as</a:t>
            </a:r>
            <a:endParaRPr lang="en-US" sz="1800" b="0" dirty="0">
              <a:effectLst/>
            </a:endParaRPr>
          </a:p>
          <a:p>
            <a:pPr marL="0" indent="0" algn="ctr" rtl="0">
              <a:spcBef>
                <a:spcPts val="0"/>
              </a:spcBef>
              <a:spcAft>
                <a:spcPts val="800"/>
              </a:spcAft>
              <a:buNone/>
            </a:pPr>
            <a:r>
              <a:rPr lang="en-US" sz="1800" b="1" i="0" u="none" strike="noStrike" dirty="0" err="1">
                <a:effectLst/>
                <a:latin typeface="Times New Roman" panose="02020603050405020304" pitchFamily="18" charset="0"/>
              </a:rPr>
              <a:t>Iout</a:t>
            </a:r>
            <a:r>
              <a:rPr lang="en-US" sz="1800" b="1" i="0" u="none" strike="noStrike" dirty="0">
                <a:effectLst/>
                <a:latin typeface="Times New Roman" panose="02020603050405020304" pitchFamily="18" charset="0"/>
              </a:rPr>
              <a:t> = I in − </a:t>
            </a:r>
            <a:r>
              <a:rPr lang="en-US" sz="1800" b="1" i="0" u="none" strike="noStrike" dirty="0" err="1">
                <a:effectLst/>
                <a:latin typeface="Times New Roman" panose="02020603050405020304" pitchFamily="18" charset="0"/>
              </a:rPr>
              <a:t>Imin</a:t>
            </a:r>
            <a:r>
              <a:rPr lang="en-US" sz="1800" b="1" i="0" u="none" strike="noStrike" dirty="0">
                <a:effectLst/>
                <a:latin typeface="Times New Roman" panose="02020603050405020304" pitchFamily="18" charset="0"/>
              </a:rPr>
              <a:t> Imax − </a:t>
            </a:r>
            <a:r>
              <a:rPr lang="en-US" sz="1800" b="1" i="0" u="none" strike="noStrike" dirty="0" err="1">
                <a:effectLst/>
                <a:latin typeface="Times New Roman" panose="02020603050405020304" pitchFamily="18" charset="0"/>
              </a:rPr>
              <a:t>Imin</a:t>
            </a:r>
            <a:r>
              <a:rPr lang="en-US" sz="1800" b="1" i="0" u="none" strike="noStrike" dirty="0">
                <a:effectLst/>
                <a:latin typeface="Times New Roman" panose="02020603050405020304" pitchFamily="18" charset="0"/>
              </a:rPr>
              <a:t> (2)</a:t>
            </a:r>
            <a:endParaRPr lang="en-US" sz="1800" b="0" dirty="0">
              <a:effectLst/>
            </a:endParaRPr>
          </a:p>
          <a:p>
            <a:pPr marL="0" indent="0" algn="ctr" rtl="0">
              <a:spcBef>
                <a:spcPts val="0"/>
              </a:spcBef>
              <a:spcAft>
                <a:spcPts val="800"/>
              </a:spcAft>
              <a:buNone/>
            </a:pPr>
            <a:r>
              <a:rPr lang="en-US" sz="1800" b="0" i="0" u="none" strike="noStrike" dirty="0">
                <a:effectLst/>
                <a:latin typeface="Times New Roman" panose="02020603050405020304" pitchFamily="18" charset="0"/>
              </a:rPr>
              <a:t>where I in is the image of the dorsal hand vein,</a:t>
            </a:r>
            <a:endParaRPr lang="en-US" sz="1800" b="0" dirty="0">
              <a:effectLst/>
            </a:endParaRPr>
          </a:p>
          <a:p>
            <a:pPr marL="0" indent="0" algn="ctr" rtl="0">
              <a:spcBef>
                <a:spcPts val="0"/>
              </a:spcBef>
              <a:spcAft>
                <a:spcPts val="800"/>
              </a:spcAft>
              <a:buNone/>
            </a:pPr>
            <a:r>
              <a:rPr lang="en-US" sz="1800" b="0" i="0" u="none" strike="noStrike" dirty="0">
                <a:effectLst/>
                <a:latin typeface="Times New Roman" panose="02020603050405020304" pitchFamily="18" charset="0"/>
              </a:rPr>
              <a:t>I out is the dorsal hand vein image in the fuzzy domain,</a:t>
            </a:r>
            <a:endParaRPr lang="en-US" sz="1800" b="0" dirty="0">
              <a:effectLst/>
            </a:endParaRPr>
          </a:p>
          <a:p>
            <a:pPr marL="0" indent="0" algn="ctr" rtl="0">
              <a:spcBef>
                <a:spcPts val="0"/>
              </a:spcBef>
              <a:spcAft>
                <a:spcPts val="800"/>
              </a:spcAft>
              <a:buNone/>
            </a:pPr>
            <a:r>
              <a:rPr lang="en-US" sz="1800" b="0" i="0" u="none" strike="noStrike" dirty="0" err="1">
                <a:effectLst/>
                <a:latin typeface="Times New Roman" panose="02020603050405020304" pitchFamily="18" charset="0"/>
              </a:rPr>
              <a:t>Imin</a:t>
            </a:r>
            <a:r>
              <a:rPr lang="en-US" sz="1800" b="0" i="0" u="none" strike="noStrike" dirty="0">
                <a:effectLst/>
                <a:latin typeface="Times New Roman" panose="02020603050405020304" pitchFamily="18" charset="0"/>
              </a:rPr>
              <a:t> is the minimum value of the gray-level and</a:t>
            </a:r>
            <a:endParaRPr lang="en-US" sz="1800" b="0" dirty="0">
              <a:effectLst/>
            </a:endParaRPr>
          </a:p>
          <a:p>
            <a:pPr marL="0" indent="0" algn="ctr" rtl="0">
              <a:spcBef>
                <a:spcPts val="0"/>
              </a:spcBef>
              <a:spcAft>
                <a:spcPts val="800"/>
              </a:spcAft>
              <a:buNone/>
            </a:pPr>
            <a:r>
              <a:rPr lang="en-US" sz="1800" b="0" i="0" u="none" strike="noStrike" dirty="0">
                <a:effectLst/>
                <a:latin typeface="Times New Roman" panose="02020603050405020304" pitchFamily="18" charset="0"/>
              </a:rPr>
              <a:t>Imax is the maximum value of the gray level in the image.</a:t>
            </a:r>
            <a:endParaRPr lang="en-US" sz="1800" b="0" dirty="0">
              <a:effectLst/>
            </a:endParaRPr>
          </a:p>
          <a:p>
            <a:pPr rtl="0">
              <a:spcBef>
                <a:spcPts val="0"/>
              </a:spcBef>
              <a:spcAft>
                <a:spcPts val="800"/>
              </a:spcAft>
            </a:pPr>
            <a:r>
              <a:rPr lang="en-US" sz="1800" b="0" i="0" u="none" strike="noStrike" dirty="0">
                <a:effectLst/>
                <a:latin typeface="Times New Roman" panose="02020603050405020304" pitchFamily="18" charset="0"/>
              </a:rPr>
              <a:t> </a:t>
            </a:r>
            <a:r>
              <a:rPr lang="en-US" sz="1800" b="1" i="0" u="none" strike="noStrike" dirty="0">
                <a:effectLst/>
                <a:latin typeface="Times New Roman" panose="02020603050405020304" pitchFamily="18" charset="0"/>
              </a:rPr>
              <a:t>Modification of the membership values: Low distinction of hand vein pictures will either be bright or dark intensities. looking on the brightness of the image, completely different image intensities ought to be changed otherwise. Therefore, the fuzzy modification is administered to reinforce image component intensity victimization AGC . consistent with the mean intensity µ, larger or up to zero.5, is assessed as a picture with brighter pixels. Meanwhile, the mean intensity of but zero.5 is assessed as a picture with darker pixels. Defuzzification: The new grey levels of defuzzification are created</a:t>
            </a:r>
            <a:endParaRPr lang="en-US" sz="1800" b="0" dirty="0">
              <a:effectLst/>
            </a:endParaRPr>
          </a:p>
          <a:p>
            <a:pPr marL="0" indent="0">
              <a:buNone/>
            </a:pPr>
            <a:br>
              <a:rPr lang="en-US" sz="1800" dirty="0"/>
            </a:br>
            <a:endParaRPr lang="en-IN" sz="1800" dirty="0"/>
          </a:p>
        </p:txBody>
      </p:sp>
    </p:spTree>
    <p:extLst>
      <p:ext uri="{BB962C8B-B14F-4D97-AF65-F5344CB8AC3E}">
        <p14:creationId xmlns:p14="http://schemas.microsoft.com/office/powerpoint/2010/main" val="36948604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54</TotalTime>
  <Words>1649</Words>
  <Application>Microsoft Office PowerPoint</Application>
  <PresentationFormat>Widescreen</PresentationFormat>
  <Paragraphs>47</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Century Gothic</vt:lpstr>
      <vt:lpstr>Times New Roman</vt:lpstr>
      <vt:lpstr>Wingdings 3</vt:lpstr>
      <vt:lpstr>Ion</vt:lpstr>
      <vt:lpstr>      </vt:lpstr>
      <vt:lpstr>              SYSTEM ARCHITECTURE </vt:lpstr>
      <vt:lpstr>PowerPoint Presentation</vt:lpstr>
      <vt:lpstr>SYSTEM DESIGN </vt:lpstr>
      <vt:lpstr>E-R DIAGRAM </vt:lpstr>
      <vt:lpstr>UML DIAGRAM </vt:lpstr>
      <vt:lpstr>USE CASE:</vt:lpstr>
      <vt:lpstr>CLASS DIAGRAM:</vt:lpstr>
      <vt:lpstr>SEQUENCE DIAGRAM:</vt:lpstr>
      <vt:lpstr>ACTIVITY DIAGRAM:</vt:lpstr>
      <vt:lpstr>COMPONENT DIAGRAM:</vt:lpstr>
      <vt:lpstr>DATA FLOW DIAGRAM:</vt:lpstr>
      <vt:lpstr>1. DATA GENERATION USING BALANCING IMAGE  2. FORENSIC FREQUENCY PREDICTION BY CLAHE  3. FORENSIC FREQUENCY PREDICTION USING DENTAL IMAGE  4. LATENT PART LOCALIZATION  5. CONTRASTIVE LEARNING WITH DSA </vt:lpstr>
      <vt:lpstr>PowerPoint Presentation</vt:lpstr>
      <vt:lpstr>PowerPoint Presentation</vt:lpstr>
      <vt:lpstr>PowerPoint Presentation</vt:lpstr>
      <vt:lpstr>PowerPoint Presentation</vt:lpstr>
      <vt:lpstr>PowerPoint Presentation</vt:lpstr>
      <vt:lpstr>ALGORITHM:  1. contrast limited adaptive histogram equalization (CLAHE)  2 fuzzy adaptive gamma (FAG)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nandhini subramanian</dc:creator>
  <cp:lastModifiedBy>nandhini subramanian</cp:lastModifiedBy>
  <cp:revision>3</cp:revision>
  <dcterms:created xsi:type="dcterms:W3CDTF">2022-05-21T11:31:16Z</dcterms:created>
  <dcterms:modified xsi:type="dcterms:W3CDTF">2022-05-21T12:26:11Z</dcterms:modified>
</cp:coreProperties>
</file>